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app / DXZb3JaCLnu /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app / DXZb3JaCLnu / 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app / DXZb3JaCLnu /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app / DXZb3JaCLnu /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app / DXZb3JaCLnu / slide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app / DXZb3JaCLnu / slide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app / DXZb3JaCLnu / slide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9436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212"/>
                </a:solidFill>
              </a:rPr>
              <a:t>app / DXZb3JaCLnu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70432"/>
            <a:ext cx="6492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</a:rPr>
              <a:t>Source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9047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46A0"/>
                </a:solidFill>
              </a:rPr>
              <a:t>https://www.instagram.com/p/DXZb3JaCLnu/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40280"/>
            <a:ext cx="6492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</a:rPr>
              <a:t>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0"/>
            <a:ext cx="64922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</a:rPr>
              <a:t>App ideas you can make to capture market 
🚀 My Github 🔗
https://github.com/JunaidJamel
Follow @junaid_jamel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