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73152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" y="1280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tech-news / DYwzdqSEm4R / slide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" y="1280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tech-news / DYwzdqSEm4R / slide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" y="1280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tech-news / DYwzdqSEm4R / slide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" y="1280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tech-news / DYwzdqSEm4R / slide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" y="1280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tech-news / DYwzdqSEm4R / slide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" y="1280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tech-news / DYwzdqSEm4R / slide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" y="1280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tech-news / DYwzdqSEm4R / slide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9436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1212"/>
                </a:solidFill>
              </a:rPr>
              <a:t>tech-news / DYwzdqSEm4R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70432"/>
            <a:ext cx="6492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5050"/>
                </a:solidFill>
              </a:rPr>
              <a:t>Source URL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490472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46A0"/>
                </a:solidFill>
              </a:rPr>
              <a:t>https://www.instagram.com/p/DYwzdqSEm4R/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240280"/>
            <a:ext cx="6492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5050"/>
                </a:solidFill>
              </a:rPr>
              <a:t>Caption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0"/>
            <a:ext cx="649224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1212"/>
                </a:solidFill>
              </a:rPr>
              <a:t>New update coming soon on VenturLoop.
We’re building something to help founders turn their ideas into investor-ready startups.
From startup clarity and mentorship to better guidance and real founder connections — this update is focused on helping you build smarter from day one.
No complicated jargon.
Just practical help for people who actually want to build.
 VenturLoop — Making entrepreneurship accessible.
Platform -@we.venturloop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