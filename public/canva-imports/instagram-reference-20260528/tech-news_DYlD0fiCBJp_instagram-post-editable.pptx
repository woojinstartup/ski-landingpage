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73152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DYlD0fiCBJp / slide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DYlD0fiCBJp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DYlD0fiCBJp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jpg"/>
          <p:cNvPicPr>
            <a:picLocks noChangeAspect="1"/>
          </p:cNvPicPr>
          <p:nvPr/>
        </p:nvPicPr>
        <p:blipFill>
          <a:blip r:embed="rId2"/>
          <a:stretch>
            <a:fillRect/>
          </a:stretch>
        </p:blipFill>
        <p:spPr>
          <a:xfrm>
            <a:off x="0" y="0"/>
            <a:ext cx="7315200" cy="9144000"/>
          </a:xfrm>
          <a:prstGeom prst="rect">
            <a:avLst/>
          </a:prstGeom>
        </p:spPr>
      </p:pic>
      <p:sp>
        <p:nvSpPr>
          <p:cNvPr id="3" name="TextBox 2"/>
          <p:cNvSpPr txBox="1"/>
          <p:nvPr/>
        </p:nvSpPr>
        <p:spPr>
          <a:xfrm>
            <a:off x="164592" y="128016"/>
            <a:ext cx="3840480" cy="256032"/>
          </a:xfrm>
          <a:prstGeom prst="rect">
            <a:avLst/>
          </a:prstGeom>
          <a:noFill/>
        </p:spPr>
        <p:txBody>
          <a:bodyPr wrap="square">
            <a:spAutoFit/>
          </a:bodyPr>
          <a:lstStyle/>
          <a:p>
            <a:pPr algn="l"/>
            <a:r>
              <a:rPr sz="800" b="0">
                <a:solidFill>
                  <a:srgbClr val="787878"/>
                </a:solidFill>
              </a:rPr>
              <a:t>tech-news / DYlD0fiCBJp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11480" y="594360"/>
            <a:ext cx="6492240" cy="411480"/>
          </a:xfrm>
          <a:prstGeom prst="rect">
            <a:avLst/>
          </a:prstGeom>
          <a:noFill/>
        </p:spPr>
        <p:txBody>
          <a:bodyPr wrap="square">
            <a:spAutoFit/>
          </a:bodyPr>
          <a:lstStyle/>
          <a:p>
            <a:pPr algn="l"/>
            <a:r>
              <a:rPr sz="2400" b="1">
                <a:solidFill>
                  <a:srgbClr val="121212"/>
                </a:solidFill>
              </a:rPr>
              <a:t>tech-news / DYlD0fiCBJp</a:t>
            </a:r>
          </a:p>
        </p:txBody>
      </p:sp>
      <p:sp>
        <p:nvSpPr>
          <p:cNvPr id="3" name="TextBox 2"/>
          <p:cNvSpPr txBox="1"/>
          <p:nvPr/>
        </p:nvSpPr>
        <p:spPr>
          <a:xfrm>
            <a:off x="411480" y="1170432"/>
            <a:ext cx="6492240" cy="310896"/>
          </a:xfrm>
          <a:prstGeom prst="rect">
            <a:avLst/>
          </a:prstGeom>
          <a:noFill/>
        </p:spPr>
        <p:txBody>
          <a:bodyPr wrap="square">
            <a:spAutoFit/>
          </a:bodyPr>
          <a:lstStyle/>
          <a:p>
            <a:pPr algn="l"/>
            <a:r>
              <a:rPr sz="1200" b="1">
                <a:solidFill>
                  <a:srgbClr val="505050"/>
                </a:solidFill>
              </a:rPr>
              <a:t>Source URL</a:t>
            </a:r>
          </a:p>
        </p:txBody>
      </p:sp>
      <p:sp>
        <p:nvSpPr>
          <p:cNvPr id="4" name="TextBox 3"/>
          <p:cNvSpPr txBox="1"/>
          <p:nvPr/>
        </p:nvSpPr>
        <p:spPr>
          <a:xfrm>
            <a:off x="411480" y="1490472"/>
            <a:ext cx="6492240" cy="502920"/>
          </a:xfrm>
          <a:prstGeom prst="rect">
            <a:avLst/>
          </a:prstGeom>
          <a:noFill/>
        </p:spPr>
        <p:txBody>
          <a:bodyPr wrap="square">
            <a:spAutoFit/>
          </a:bodyPr>
          <a:lstStyle/>
          <a:p>
            <a:pPr algn="l"/>
            <a:r>
              <a:rPr sz="1400" b="0">
                <a:solidFill>
                  <a:srgbClr val="1E46A0"/>
                </a:solidFill>
              </a:rPr>
              <a:t>https://www.instagram.com/p/DYlD0fiCBJp/</a:t>
            </a:r>
          </a:p>
        </p:txBody>
      </p:sp>
      <p:sp>
        <p:nvSpPr>
          <p:cNvPr id="5" name="TextBox 4"/>
          <p:cNvSpPr txBox="1"/>
          <p:nvPr/>
        </p:nvSpPr>
        <p:spPr>
          <a:xfrm>
            <a:off x="411480" y="2240280"/>
            <a:ext cx="6492240" cy="310896"/>
          </a:xfrm>
          <a:prstGeom prst="rect">
            <a:avLst/>
          </a:prstGeom>
          <a:noFill/>
        </p:spPr>
        <p:txBody>
          <a:bodyPr wrap="square">
            <a:spAutoFit/>
          </a:bodyPr>
          <a:lstStyle/>
          <a:p>
            <a:pPr algn="l"/>
            <a:r>
              <a:rPr sz="1200" b="1">
                <a:solidFill>
                  <a:srgbClr val="505050"/>
                </a:solidFill>
              </a:rPr>
              <a:t>Caption</a:t>
            </a:r>
          </a:p>
        </p:txBody>
      </p:sp>
      <p:sp>
        <p:nvSpPr>
          <p:cNvPr id="6" name="TextBox 5"/>
          <p:cNvSpPr txBox="1"/>
          <p:nvPr/>
        </p:nvSpPr>
        <p:spPr>
          <a:xfrm>
            <a:off x="411480" y="2560320"/>
            <a:ext cx="6492240" cy="5852160"/>
          </a:xfrm>
          <a:prstGeom prst="rect">
            <a:avLst/>
          </a:prstGeom>
          <a:noFill/>
        </p:spPr>
        <p:txBody>
          <a:bodyPr wrap="square">
            <a:spAutoFit/>
          </a:bodyPr>
          <a:lstStyle/>
          <a:p>
            <a:pPr algn="l"/>
            <a:r>
              <a:rPr sz="1300" b="0">
                <a:solidFill>
                  <a:srgbClr val="121212"/>
                </a:solidFill>
              </a:rPr>
              <a:t>Anthropic is paying Elon Musk $1.25 billion every month until 2029!
SpaceX filed its IPO paperwork today. Buried in the S-1 was the actual price tag of the Anthropic compute deal both sides announced earlier this month. 
Anthropic is renting all of SpaceX's Colossus 1 data center plus expanding into Colossus 2, the same facilities xAI built to compete in the AI race.
The full numbers: $1.25 billion per month through May 2029. May and June 2026 are at a discounted rate during ramp-up. If the deal runs the full term, SpaceX could collect over $40 billion from Anthropic alone.
Either side can cancel with 90 days notice. Anthropic also expressed interest in helping SpaceX build orbital data centers, potentially using up to one million satellites for AI compute in space.
Elon Musk has spent the past year calling Anthropic "evil" and "hostile to Western civilization." Now they're his single largest customer.
Subscribe to the Vesting daily for more stories like this: vesting.beehiiv.com/subscribe
#ai #anthropic #spacex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