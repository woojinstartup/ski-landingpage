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592" y="1280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87878"/>
                </a:solidFill>
              </a:rPr>
              <a:t>ai-tips / DXlZ0wxE-Rr /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9436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1212"/>
                </a:solidFill>
              </a:rPr>
              <a:t>ai-tips / DXlZ0wxE-Rr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70432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9047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46A0"/>
                </a:solidFill>
              </a:rPr>
              <a:t>https://www.instagram.com/p/DXlZ0wxE-Rr/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240280"/>
            <a:ext cx="6492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60320"/>
            <a:ext cx="649224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21212"/>
                </a:solidFill>
              </a:rPr>
              <a:t>The first $1M business run by AI agents is being built right now.
Not by a funded startup.
Not by a team of 20.
By one person with a laptop and $50/mo.
Follow me and comment “ai” to get the full guide
#ai #tech #app #coding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