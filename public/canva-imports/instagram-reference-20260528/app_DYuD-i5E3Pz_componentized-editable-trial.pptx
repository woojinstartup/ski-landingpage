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73152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1016000"/>
            <a:ext cx="5689600" cy="20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1">
                <a:solidFill>
                  <a:srgbClr val="000000"/>
                </a:solidFill>
              </a:rPr>
              <a:t>Build This
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5200" y="3346026"/>
            <a:ext cx="2912533" cy="47413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0">
                <a:solidFill>
                  <a:srgbClr val="000000"/>
                </a:solidFill>
              </a:rPr>
              <a:t>in </a:t>
            </a:r>
            <a:r>
              <a:rPr sz="2800" b="1">
                <a:solidFill>
                  <a:srgbClr val="3E68CC"/>
                </a:solidFill>
              </a:rPr>
              <a:t>1-4</a:t>
            </a:r>
            <a:r>
              <a:rPr sz="2800" b="0">
                <a:solidFill>
                  <a:srgbClr val="000000"/>
                </a:solidFill>
              </a:rPr>
              <a:t> Weeks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73866" y="3711786"/>
            <a:ext cx="2167466" cy="230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E68CC"/>
                </a:solidFill>
              </a:rPr>
              <a:t>__________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14506" y="4131733"/>
            <a:ext cx="2099733" cy="406400"/>
          </a:xfrm>
          <a:prstGeom prst="roundRect">
            <a:avLst/>
          </a:prstGeom>
          <a:solidFill>
            <a:srgbClr val="F5F6FC"/>
          </a:solidFill>
          <a:ln>
            <a:solidFill>
              <a:srgbClr val="E2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000000"/>
                </a:solidFill>
              </a:rPr>
              <a:t>Beginner to Advanced</a:t>
            </a:r>
          </a:p>
        </p:txBody>
      </p:sp>
      <p:pic>
        <p:nvPicPr>
          <p:cNvPr id="6" name="Picture 5" descr="slide_01_245_685_840_13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2053" y="4673600"/>
            <a:ext cx="4131733" cy="460586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12800" y="8439573"/>
            <a:ext cx="1151466" cy="189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</a:rPr>
              <a:t>@rifqieh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800" y="8629226"/>
            <a:ext cx="1964266" cy="176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6060"/>
                </a:solidFill>
              </a:rPr>
              <a:t>Build apps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63733" y="8128000"/>
            <a:ext cx="541866" cy="230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82828"/>
                </a:solidFill>
              </a:rPr>
              <a:t>Swipe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50186" y="8398933"/>
            <a:ext cx="650240" cy="243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82828"/>
                </a:solidFill>
              </a:rPr>
              <a:t>-&gt;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80533" y="1083733"/>
            <a:ext cx="5554133" cy="636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000000"/>
                </a:solidFill>
              </a:rPr>
              <a:t>Water Reminder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91733" y="1977813"/>
            <a:ext cx="4131733" cy="48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606060"/>
                </a:solidFill>
              </a:rPr>
              <a:t>Track your daily water intake with smart
hourly reminders.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93333" y="2641600"/>
            <a:ext cx="3928533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007658"/>
                </a:solidFill>
              </a:rPr>
              <a:t>Beginner</a:t>
            </a:r>
            <a:r>
              <a:rPr sz="1800" b="0">
                <a:solidFill>
                  <a:srgbClr val="606060"/>
                </a:solidFill>
              </a:rPr>
              <a:t> | Health | 3-7 Days</a:t>
            </a:r>
          </a:p>
        </p:txBody>
      </p:sp>
      <p:pic>
        <p:nvPicPr>
          <p:cNvPr id="5" name="Picture 4" descr="slide_02_365_458_715_11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8720" y="3081866"/>
            <a:ext cx="2404533" cy="482261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2800" y="8439573"/>
            <a:ext cx="1151466" cy="189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</a:rPr>
              <a:t>@rifqieh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800" y="8629226"/>
            <a:ext cx="1964266" cy="176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6060"/>
                </a:solidFill>
              </a:rPr>
              <a:t>Build web and mobile apps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63733" y="8128000"/>
            <a:ext cx="541866" cy="230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82828"/>
                </a:solidFill>
              </a:rPr>
              <a:t>Swipe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50186" y="8398933"/>
            <a:ext cx="650240" cy="243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82828"/>
                </a:solidFill>
              </a:rPr>
              <a:t>-&gt;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80266" y="7951893"/>
            <a:ext cx="1490133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06060"/>
                </a:solidFill>
              </a:rPr>
              <a:t>App: Finch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80533" y="1083733"/>
            <a:ext cx="5554133" cy="636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000000"/>
                </a:solidFill>
              </a:rPr>
              <a:t>Outfit Planner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91733" y="1977813"/>
            <a:ext cx="4131733" cy="48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606060"/>
                </a:solidFill>
              </a:rPr>
              <a:t>Plan your weekly outfits and log what you
actually wore.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93333" y="2641600"/>
            <a:ext cx="3928533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00766C"/>
                </a:solidFill>
              </a:rPr>
              <a:t>Beginner-Mid</a:t>
            </a:r>
            <a:r>
              <a:rPr sz="1800" b="0">
                <a:solidFill>
                  <a:srgbClr val="606060"/>
                </a:solidFill>
              </a:rPr>
              <a:t> | Lifestyle | 1-2 Weeks</a:t>
            </a:r>
          </a:p>
        </p:txBody>
      </p:sp>
      <p:pic>
        <p:nvPicPr>
          <p:cNvPr id="5" name="Picture 4" descr="slide_03_360_450_720_116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8720" y="3048000"/>
            <a:ext cx="2424853" cy="484293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2800" y="8439573"/>
            <a:ext cx="1151466" cy="189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</a:rPr>
              <a:t>@rifqieh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800" y="8629226"/>
            <a:ext cx="1964266" cy="176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6060"/>
                </a:solidFill>
              </a:rPr>
              <a:t>Build web and mobile apps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63733" y="8128000"/>
            <a:ext cx="541866" cy="230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82828"/>
                </a:solidFill>
              </a:rPr>
              <a:t>Swipe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50186" y="8398933"/>
            <a:ext cx="650240" cy="243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82828"/>
                </a:solidFill>
              </a:rPr>
              <a:t>-&gt;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80266" y="7951893"/>
            <a:ext cx="1490133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06060"/>
                </a:solidFill>
              </a:rPr>
              <a:t>Ref: Spring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80533" y="1083733"/>
            <a:ext cx="5554133" cy="636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000000"/>
                </a:solidFill>
              </a:rPr>
              <a:t>Meal Planner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91733" y="1977813"/>
            <a:ext cx="4131733" cy="48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606060"/>
                </a:solidFill>
              </a:rPr>
              <a:t>Paste a code diff and get detailed line-by-line
feedback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93333" y="2641600"/>
            <a:ext cx="3928533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215CB0"/>
                </a:solidFill>
              </a:rPr>
              <a:t>Intermediate</a:t>
            </a:r>
            <a:r>
              <a:rPr sz="1800" b="0">
                <a:solidFill>
                  <a:srgbClr val="606060"/>
                </a:solidFill>
              </a:rPr>
              <a:t> | Health | 3-4 Weeks</a:t>
            </a:r>
          </a:p>
        </p:txBody>
      </p:sp>
      <p:pic>
        <p:nvPicPr>
          <p:cNvPr id="5" name="Picture 4" descr="slide_04_175_456_905_116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1466" y="3081866"/>
            <a:ext cx="5012266" cy="484970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2800" y="8439573"/>
            <a:ext cx="1151466" cy="189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</a:rPr>
              <a:t>@rifqieh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800" y="8629226"/>
            <a:ext cx="1964266" cy="176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6060"/>
                </a:solidFill>
              </a:rPr>
              <a:t>Build web and mobile apps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63733" y="8128000"/>
            <a:ext cx="541866" cy="230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82828"/>
                </a:solidFill>
              </a:rPr>
              <a:t>Swipe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50186" y="8398933"/>
            <a:ext cx="650240" cy="243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82828"/>
                </a:solidFill>
              </a:rPr>
              <a:t>-&gt;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80266" y="7951893"/>
            <a:ext cx="1490133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06060"/>
                </a:solidFill>
              </a:rPr>
              <a:t>Ref: Alma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80533" y="1083733"/>
            <a:ext cx="5554133" cy="636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000000"/>
                </a:solidFill>
              </a:rPr>
              <a:t>Group Order 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91733" y="1977813"/>
            <a:ext cx="4131733" cy="48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606060"/>
                </a:solidFill>
              </a:rPr>
              <a:t>Pool money with friends to purchase
something together.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93333" y="2641600"/>
            <a:ext cx="3928533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B22424"/>
                </a:solidFill>
              </a:rPr>
              <a:t>Advanced</a:t>
            </a:r>
            <a:r>
              <a:rPr sz="1800" b="0">
                <a:solidFill>
                  <a:srgbClr val="606060"/>
                </a:solidFill>
              </a:rPr>
              <a:t> | E-Commerce | 4+ Weeks</a:t>
            </a:r>
          </a:p>
        </p:txBody>
      </p:sp>
      <p:pic>
        <p:nvPicPr>
          <p:cNvPr id="5" name="Picture 4" descr="slide_05_175_459_905_11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1466" y="3081866"/>
            <a:ext cx="5012266" cy="484970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2800" y="8439573"/>
            <a:ext cx="1151466" cy="189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</a:rPr>
              <a:t>@rifqieh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800" y="8629226"/>
            <a:ext cx="1964266" cy="176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6060"/>
                </a:solidFill>
              </a:rPr>
              <a:t>Build web and mobile apps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63733" y="8128000"/>
            <a:ext cx="541866" cy="230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82828"/>
                </a:solidFill>
              </a:rPr>
              <a:t>Swipe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50186" y="8398933"/>
            <a:ext cx="650240" cy="243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82828"/>
                </a:solidFill>
              </a:rPr>
              <a:t>-&gt;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80266" y="7951893"/>
            <a:ext cx="1490133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06060"/>
                </a:solidFill>
              </a:rPr>
              <a:t>Ref: Zomato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6_492_151_592_2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8933" y="853440"/>
            <a:ext cx="677333" cy="67733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41600" y="1801706"/>
            <a:ext cx="2032000" cy="257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</a:rPr>
              <a:t>@rifqieh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62666" y="2113280"/>
            <a:ext cx="3589866" cy="541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606060"/>
                </a:solidFill>
              </a:rPr>
              <a:t>App ideas, coding tips, productivity,
and creator workflows.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40000" y="2749973"/>
            <a:ext cx="2269066" cy="419946"/>
          </a:xfrm>
          <a:prstGeom prst="roundRect">
            <a:avLst/>
          </a:prstGeom>
          <a:solidFill>
            <a:srgbClr val="F5F6FC"/>
          </a:solidFill>
          <a:ln>
            <a:solidFill>
              <a:srgbClr val="E2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000000"/>
                </a:solidFill>
              </a:rPr>
              <a:t>Save for later  |</a:t>
            </a:r>
          </a:p>
        </p:txBody>
      </p:sp>
      <p:pic>
        <p:nvPicPr>
          <p:cNvPr id="6" name="Picture 5" descr="slide_06_290_485_795_13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0400" y="3318933"/>
            <a:ext cx="3454400" cy="591989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1866" y="609600"/>
            <a:ext cx="6231466" cy="474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000000"/>
                </a:solidFill>
              </a:rPr>
              <a:t>Componentized editable trial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1866" y="1165013"/>
            <a:ext cx="6231466" cy="28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505050"/>
                </a:solidFill>
              </a:rPr>
              <a:t>app / DYuD-i5E3Pz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1866" y="1828800"/>
            <a:ext cx="6231466" cy="230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</a:rPr>
              <a:t>Source URL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1866" y="2113280"/>
            <a:ext cx="6231466" cy="28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E46A0"/>
                </a:solidFill>
              </a:rPr>
              <a:t>https://www.instagram.com/p/DYuD-i5E3Pz/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1866" y="2777066"/>
            <a:ext cx="6231466" cy="230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</a:rPr>
              <a:t>Editable 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1866" y="3061546"/>
            <a:ext cx="6231466" cy="10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23232"/>
                </a:solidFill>
              </a:rPr>
              <a:t>Each page recreates the large title, description, level line, footer, and swipe labels as separate editable text boxes. Phone/app screenshots remain separate image objects so you can replace or move them independently.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1866" y="4605866"/>
            <a:ext cx="6231466" cy="230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</a:rPr>
              <a:t>Caption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1866" y="4890346"/>
            <a:ext cx="6231466" cy="6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23232"/>
                </a:solidFill>
              </a:rPr>
              <a:t>App ideas to build next. Free tools: http://rifqieh.com http://github.com/rifqieh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