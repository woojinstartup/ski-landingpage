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DVXvbomk3OU /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943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</a:rPr>
              <a:t>ai-tips / DVXvbomk3OU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70432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90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46A0"/>
                </a:solidFill>
              </a:rPr>
              <a:t>https://www.instagram.com/p/DVXvbomk3OU/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0"/>
            <a:ext cx="6492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</a:rPr>
              <a:t>The coding era has changed.
It’s no longer about memorizing syntax or finishing courses.
It’s about:
– building real systems
– using AI as leverage
– shipping fast
– showing proof of work
The developers who adapt will dominate the next 5 years.
The rest will stay stuck in tutorial hell.
If you’re serious about becoming a real builder, stay here.
#ai #tech #coding #programming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