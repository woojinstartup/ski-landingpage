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app / DYuD-i5E3Pz / 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app / DYuD-i5E3Pz / slide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app / DYuD-i5E3Pz /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app / DYuD-i5E3Pz /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app / DYuD-i5E3Pz / slide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app / DYuD-i5E3Pz / slide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9436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212"/>
                </a:solidFill>
              </a:rPr>
              <a:t>app / DYuD-i5E3Pz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70432"/>
            <a:ext cx="6492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</a:rPr>
              <a:t>Source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90472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46A0"/>
                </a:solidFill>
              </a:rPr>
              <a:t>https://www.instagram.com/p/DYuD-i5E3Pz/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240280"/>
            <a:ext cx="6492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</a:rPr>
              <a:t>Caption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0"/>
            <a:ext cx="649224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</a:rPr>
              <a:t>App ideas to build next 🚀
Free tools:
http://rifqieh.com
http://github.com/rifqieh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