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0586" y="596053"/>
            <a:ext cx="6394026" cy="237066"/>
          </a:xfrm>
          <a:prstGeom prst="rect">
            <a:avLst/>
          </a:prstGeom>
          <a:solidFill>
            <a:srgbClr val="E3E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11306" y="1374986"/>
            <a:ext cx="2330026" cy="1090506"/>
          </a:xfrm>
          <a:prstGeom prst="rect">
            <a:avLst/>
          </a:prstGeom>
          <a:solidFill>
            <a:srgbClr val="E4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0826" y="3705013"/>
            <a:ext cx="4971626" cy="690880"/>
          </a:xfrm>
          <a:prstGeom prst="rect">
            <a:avLst/>
          </a:prstGeom>
          <a:solidFill>
            <a:srgbClr val="E4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56373" y="5120640"/>
            <a:ext cx="1463040" cy="270933"/>
          </a:xfrm>
          <a:prstGeom prst="rect">
            <a:avLst/>
          </a:prstGeom>
          <a:solidFill>
            <a:srgbClr val="424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34080" y="6082453"/>
            <a:ext cx="521546" cy="189653"/>
          </a:xfrm>
          <a:prstGeom prst="rect">
            <a:avLst/>
          </a:prstGeom>
          <a:solidFill>
            <a:srgbClr val="4D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21280" y="7315200"/>
            <a:ext cx="311573" cy="738293"/>
          </a:xfrm>
          <a:prstGeom prst="rect">
            <a:avLst/>
          </a:prstGeom>
          <a:solidFill>
            <a:srgbClr val="6D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48373" y="8412480"/>
            <a:ext cx="1205653" cy="474133"/>
          </a:xfrm>
          <a:prstGeom prst="rect">
            <a:avLst/>
          </a:prstGeom>
          <a:solidFill>
            <a:srgbClr val="484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506" y="623146"/>
            <a:ext cx="615018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434243"/>
                </a:solidFill>
              </a:rPr>
              <a:t>Mobile App Ideas junaidjamel.com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1946" y="1517226"/>
            <a:ext cx="2248746" cy="8060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800" b="1">
                <a:solidFill>
                  <a:srgbClr val="000000"/>
                </a:solidFill>
              </a:rPr>
              <a:t>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5653" y="3793066"/>
            <a:ext cx="4781973" cy="5147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4700" b="1">
                <a:solidFill>
                  <a:srgbClr val="000000"/>
                </a:solidFill>
              </a:rPr>
              <a:t>finish in 15 to 30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3466" y="5154506"/>
            <a:ext cx="1408853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3C3C3C"/>
                </a:solidFill>
              </a:rPr>
              <a:t>Explore 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4400" y="6109546"/>
            <a:ext cx="480906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413F3F"/>
                </a:solidFill>
              </a:rPr>
              <a:t>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1600" y="7410026"/>
            <a:ext cx="270933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000" b="1">
                <a:solidFill>
                  <a:srgbClr val="633726"/>
                </a:solidFill>
              </a:rPr>
              <a:t>‘7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693" y="8473440"/>
            <a:ext cx="1165013" cy="3522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252424"/>
                </a:solidFill>
              </a:rPr>
              <a:t>| Canned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app / DXZb3JaCLnu / 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0586" y="596053"/>
            <a:ext cx="6394026" cy="237066"/>
          </a:xfrm>
          <a:prstGeom prst="rect">
            <a:avLst/>
          </a:prstGeom>
          <a:solidFill>
            <a:srgbClr val="E3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7040" y="1808480"/>
            <a:ext cx="4544906" cy="284480"/>
          </a:xfrm>
          <a:prstGeom prst="rect">
            <a:avLst/>
          </a:prstGeom>
          <a:solidFill>
            <a:srgbClr val="E4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9626" y="2099733"/>
            <a:ext cx="6461760" cy="284480"/>
          </a:xfrm>
          <a:prstGeom prst="rect">
            <a:avLst/>
          </a:prstGeom>
          <a:solidFill>
            <a:srgbClr val="E4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675466"/>
            <a:ext cx="3413760" cy="358986"/>
          </a:xfrm>
          <a:prstGeom prst="rect">
            <a:avLst/>
          </a:prstGeom>
          <a:solidFill>
            <a:srgbClr val="CB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43680" y="3921760"/>
            <a:ext cx="243840" cy="270933"/>
          </a:xfrm>
          <a:prstGeom prst="rect">
            <a:avLst/>
          </a:prstGeom>
          <a:solidFill>
            <a:srgbClr val="E3D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506" y="623146"/>
            <a:ext cx="615018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444244"/>
                </a:solidFill>
              </a:rPr>
              <a:t>Mobile App Ideas junaidjamel.com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320" y="1842346"/>
            <a:ext cx="4382346" cy="21674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0">
                <a:solidFill>
                  <a:srgbClr val="3E3E40"/>
                </a:solidFill>
              </a:rPr>
              <a:t>Save money with purpose, not pressure.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546" y="2133600"/>
            <a:ext cx="6217920" cy="21674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0">
                <a:solidFill>
                  <a:srgbClr val="3E3E40"/>
                </a:solidFill>
              </a:rPr>
              <a:t>Track daily contributions, visualize progress, simple goal.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" y="2722880"/>
            <a:ext cx="3291840" cy="264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20410"/>
                </a:solidFill>
              </a:rPr>
              <a:t>Beginner-friendly 3-6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4000" y="3955626"/>
            <a:ext cx="203200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3232E"/>
                </a:solidFill>
              </a:rPr>
              <a:t>gg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app / DXZb3JaCLnu / slide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0586" y="596053"/>
            <a:ext cx="6394026" cy="237066"/>
          </a:xfrm>
          <a:prstGeom prst="rect">
            <a:avLst/>
          </a:prstGeom>
          <a:solidFill>
            <a:srgbClr val="E3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3173" y="1104053"/>
            <a:ext cx="5987626" cy="514773"/>
          </a:xfrm>
          <a:prstGeom prst="rect">
            <a:avLst/>
          </a:prstGeom>
          <a:solidFill>
            <a:srgbClr val="E4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3173" y="1808480"/>
            <a:ext cx="5919893" cy="284480"/>
          </a:xfrm>
          <a:prstGeom prst="rect">
            <a:avLst/>
          </a:prstGeom>
          <a:solidFill>
            <a:srgbClr val="E3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2853" y="2099733"/>
            <a:ext cx="6732693" cy="284480"/>
          </a:xfrm>
          <a:prstGeom prst="rect">
            <a:avLst/>
          </a:prstGeom>
          <a:solidFill>
            <a:srgbClr val="E3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641600"/>
            <a:ext cx="3461173" cy="426720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3973" y="4009813"/>
            <a:ext cx="250613" cy="230293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2133" y="4246880"/>
            <a:ext cx="1801706" cy="318346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066" y="4558453"/>
            <a:ext cx="2702560" cy="413173"/>
          </a:xfrm>
          <a:prstGeom prst="rect">
            <a:avLst/>
          </a:prstGeom>
          <a:solidFill>
            <a:srgbClr val="D9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42560" y="8324426"/>
            <a:ext cx="1639146" cy="365760"/>
          </a:xfrm>
          <a:prstGeom prst="rect">
            <a:avLst/>
          </a:prstGeom>
          <a:solidFill>
            <a:srgbClr val="E4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506" y="623146"/>
            <a:ext cx="615018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444244"/>
                </a:solidFill>
              </a:rPr>
              <a:t>Mobile App Ideas junaidjamel.com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320" y="1171786"/>
            <a:ext cx="5757333" cy="3793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400" b="1">
                <a:solidFill>
                  <a:srgbClr val="000000"/>
                </a:solidFill>
              </a:rPr>
              <a:t>Weather &amp; Time Tracker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546" y="1842346"/>
            <a:ext cx="5703146" cy="21674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0">
                <a:solidFill>
                  <a:srgbClr val="3E3E40"/>
                </a:solidFill>
              </a:rPr>
              <a:t>A modern weather tracker app which some advance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546" y="2133600"/>
            <a:ext cx="6475306" cy="21674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0">
                <a:solidFill>
                  <a:srgbClr val="3E3E40"/>
                </a:solidFill>
              </a:rPr>
              <a:t>feature like search location via map &amp; find weather insights.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" y="2695786"/>
            <a:ext cx="3339253" cy="31834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900" b="1">
                <a:solidFill>
                  <a:srgbClr val="01030D"/>
                </a:solidFill>
              </a:rPr>
              <a:t>Beginner-friendly ( 6-42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4293" y="4036906"/>
            <a:ext cx="20997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(&gt;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6000" y="4287520"/>
            <a:ext cx="1733973" cy="2370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0">
                <a:solidFill>
                  <a:srgbClr val="000000"/>
                </a:solidFill>
              </a:rPr>
              <a:t>eo London,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480" y="4612640"/>
            <a:ext cx="2607733" cy="30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0">
                <a:solidFill>
                  <a:srgbClr val="000000"/>
                </a:solidFill>
              </a:rPr>
              <a:t>56° F BAR 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9653" y="8371839"/>
            <a:ext cx="1584960" cy="2709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20204"/>
                </a:solidFill>
              </a:rPr>
              <a:t>PR SAVE for LATER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app / DXZb3JaCLnu /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0586" y="596053"/>
            <a:ext cx="6394026" cy="237066"/>
          </a:xfrm>
          <a:prstGeom prst="rect">
            <a:avLst/>
          </a:prstGeom>
          <a:solidFill>
            <a:srgbClr val="E3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7359" y="1083733"/>
            <a:ext cx="5256106" cy="643466"/>
          </a:xfrm>
          <a:prstGeom prst="rect">
            <a:avLst/>
          </a:prstGeom>
          <a:solidFill>
            <a:srgbClr val="E3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3173" y="1808480"/>
            <a:ext cx="5676053" cy="284480"/>
          </a:xfrm>
          <a:prstGeom prst="rect">
            <a:avLst/>
          </a:prstGeom>
          <a:solidFill>
            <a:srgbClr val="E3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7040" y="2099733"/>
            <a:ext cx="4754880" cy="284480"/>
          </a:xfrm>
          <a:prstGeom prst="rect">
            <a:avLst/>
          </a:prstGeom>
          <a:solidFill>
            <a:srgbClr val="E3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5386" y="2695786"/>
            <a:ext cx="1503680" cy="237066"/>
          </a:xfrm>
          <a:prstGeom prst="rect">
            <a:avLst/>
          </a:prstGeom>
          <a:solidFill>
            <a:srgbClr val="E5E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71893" y="3948853"/>
            <a:ext cx="1578186" cy="379306"/>
          </a:xfrm>
          <a:prstGeom prst="rect">
            <a:avLst/>
          </a:prstGeom>
          <a:solidFill>
            <a:srgbClr val="161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56746" y="4314613"/>
            <a:ext cx="1855893" cy="379306"/>
          </a:xfrm>
          <a:prstGeom prst="rect">
            <a:avLst/>
          </a:prstGeom>
          <a:solidFill>
            <a:srgbClr val="1B1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42560" y="8324426"/>
            <a:ext cx="1639146" cy="365760"/>
          </a:xfrm>
          <a:prstGeom prst="rect">
            <a:avLst/>
          </a:prstGeom>
          <a:solidFill>
            <a:srgbClr val="E4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2506" y="623146"/>
            <a:ext cx="615018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444244"/>
                </a:solidFill>
              </a:rPr>
              <a:t>Mobile App Ideas junaidjamel.com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186" y="1165013"/>
            <a:ext cx="5066453" cy="4809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4400" b="1">
                <a:solidFill>
                  <a:srgbClr val="000000"/>
                </a:solidFill>
              </a:rPr>
              <a:t>Meme Generator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546" y="1842346"/>
            <a:ext cx="5459306" cy="21674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0">
                <a:solidFill>
                  <a:srgbClr val="3E3E40"/>
                </a:solidFill>
              </a:rPr>
              <a:t>An app that let you generate memes based on 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093" y="2133600"/>
            <a:ext cx="4578773" cy="21674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0">
                <a:solidFill>
                  <a:srgbClr val="3E3E40"/>
                </a:solidFill>
              </a:rPr>
              <a:t>emotion you select with the Al integration.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80" y="2722880"/>
            <a:ext cx="144949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DA7C1E"/>
                </a:solidFill>
              </a:rPr>
              <a:t>Intermediate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986" y="3996266"/>
            <a:ext cx="1524000" cy="28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0">
                <a:solidFill>
                  <a:srgbClr val="0F0F0F"/>
                </a:solidFill>
              </a:rPr>
              <a:t>Al Meme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0613" y="4362026"/>
            <a:ext cx="1788160" cy="28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0">
                <a:solidFill>
                  <a:srgbClr val="101110"/>
                </a:solidFill>
              </a:rPr>
              <a:t>Generator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9653" y="8371839"/>
            <a:ext cx="1584960" cy="2709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20204"/>
                </a:solidFill>
              </a:rPr>
              <a:t>PR SAVE for 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app / DXZb3JaCLnu /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0586" y="596053"/>
            <a:ext cx="6394026" cy="237066"/>
          </a:xfrm>
          <a:prstGeom prst="rect">
            <a:avLst/>
          </a:prstGeom>
          <a:solidFill>
            <a:srgbClr val="E3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7040" y="1083733"/>
            <a:ext cx="6265333" cy="643466"/>
          </a:xfrm>
          <a:prstGeom prst="rect">
            <a:avLst/>
          </a:prstGeom>
          <a:solidFill>
            <a:srgbClr val="E3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3493" y="1808480"/>
            <a:ext cx="5791200" cy="284480"/>
          </a:xfrm>
          <a:prstGeom prst="rect">
            <a:avLst/>
          </a:prstGeom>
          <a:solidFill>
            <a:srgbClr val="E3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0906" y="2092959"/>
            <a:ext cx="3054773" cy="291253"/>
          </a:xfrm>
          <a:prstGeom prst="rect">
            <a:avLst/>
          </a:prstGeom>
          <a:solidFill>
            <a:srgbClr val="E3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5386" y="2695786"/>
            <a:ext cx="1503680" cy="237066"/>
          </a:xfrm>
          <a:prstGeom prst="rect">
            <a:avLst/>
          </a:prstGeom>
          <a:solidFill>
            <a:srgbClr val="E6E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59946" y="3711786"/>
            <a:ext cx="480906" cy="182880"/>
          </a:xfrm>
          <a:prstGeom prst="rect">
            <a:avLst/>
          </a:prstGeom>
          <a:solidFill>
            <a:srgbClr val="FB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89760" y="4897120"/>
            <a:ext cx="5222240" cy="921173"/>
          </a:xfrm>
          <a:prstGeom prst="rect">
            <a:avLst/>
          </a:prstGeom>
          <a:solidFill>
            <a:srgbClr val="DE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61066" y="5574453"/>
            <a:ext cx="690880" cy="318346"/>
          </a:xfrm>
          <a:prstGeom prst="rect">
            <a:avLst/>
          </a:prstGeom>
          <a:solidFill>
            <a:srgbClr val="ECE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81120" y="7037493"/>
            <a:ext cx="460586" cy="264160"/>
          </a:xfrm>
          <a:prstGeom prst="rect">
            <a:avLst/>
          </a:prstGeom>
          <a:solidFill>
            <a:srgbClr val="43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94666" y="7559040"/>
            <a:ext cx="440266" cy="284480"/>
          </a:xfrm>
          <a:prstGeom prst="rect">
            <a:avLst/>
          </a:prstGeom>
          <a:solidFill>
            <a:srgbClr val="77A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8283786"/>
            <a:ext cx="1043093" cy="182880"/>
          </a:xfrm>
          <a:prstGeom prst="rect">
            <a:avLst/>
          </a:prstGeom>
          <a:solidFill>
            <a:srgbClr val="E4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42560" y="8324426"/>
            <a:ext cx="1639146" cy="365760"/>
          </a:xfrm>
          <a:prstGeom prst="rect">
            <a:avLst/>
          </a:prstGeom>
          <a:solidFill>
            <a:srgbClr val="E4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506" y="623146"/>
            <a:ext cx="615018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434244"/>
                </a:solidFill>
              </a:rPr>
              <a:t>Mobile App Ideas junaidjamel.com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186" y="1165013"/>
            <a:ext cx="6035040" cy="4809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4400" b="1">
                <a:solidFill>
                  <a:srgbClr val="000000"/>
                </a:solidFill>
              </a:rPr>
              <a:t>Dentist Appointment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866" y="1842346"/>
            <a:ext cx="5574453" cy="21674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0">
                <a:solidFill>
                  <a:srgbClr val="3F3F41"/>
                </a:solidFill>
              </a:rPr>
              <a:t>Browse doctors, check availability &amp; book instantly.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093" y="2126826"/>
            <a:ext cx="2946400" cy="22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3E3E40"/>
                </a:solidFill>
              </a:rPr>
              <a:t>Clean scheduling interface.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480" y="2722880"/>
            <a:ext cx="144949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D97C1E"/>
                </a:solidFill>
              </a:rPr>
              <a:t>Intermediate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0266" y="3738879"/>
            <a:ext cx="440266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7E3A42"/>
                </a:solidFill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4586" y="5019040"/>
            <a:ext cx="5032586" cy="6773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5800" b="1">
                <a:solidFill>
                  <a:srgbClr val="312C33"/>
                </a:solidFill>
              </a:rPr>
              <a:t>Services Howard aa» 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1386" y="5615093"/>
            <a:ext cx="650240" cy="2370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0">
                <a:solidFill>
                  <a:srgbClr val="433631"/>
                </a:solidFill>
              </a:rPr>
              <a:t>4 i!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1440" y="7071360"/>
            <a:ext cx="419946" cy="1964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353333"/>
                </a:solidFill>
              </a:rPr>
              <a:t>Availability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4986" y="7592906"/>
            <a:ext cx="399626" cy="21674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0">
                <a:solidFill>
                  <a:srgbClr val="404240"/>
                </a:solidFill>
              </a:rPr>
              <a:t>Sr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320" y="8310880"/>
            <a:ext cx="1002453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0E0E10"/>
                </a:solidFill>
              </a:rPr>
              <a:t>@junaid_jamel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9653" y="8371839"/>
            <a:ext cx="1584960" cy="2709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20204"/>
                </a:solidFill>
              </a:rPr>
              <a:t>PR SAVE for LATER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app / DXZb3JaCLnu / slide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0586" y="596053"/>
            <a:ext cx="6394026" cy="237066"/>
          </a:xfrm>
          <a:prstGeom prst="rect">
            <a:avLst/>
          </a:prstGeom>
          <a:solidFill>
            <a:srgbClr val="E3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3493" y="1083733"/>
            <a:ext cx="5730240" cy="643466"/>
          </a:xfrm>
          <a:prstGeom prst="rect">
            <a:avLst/>
          </a:prstGeom>
          <a:solidFill>
            <a:srgbClr val="E4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0266" y="1808480"/>
            <a:ext cx="5350933" cy="284480"/>
          </a:xfrm>
          <a:prstGeom prst="rect">
            <a:avLst/>
          </a:prstGeom>
          <a:solidFill>
            <a:srgbClr val="E3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3173" y="2092959"/>
            <a:ext cx="6454986" cy="291253"/>
          </a:xfrm>
          <a:prstGeom prst="rect">
            <a:avLst/>
          </a:prstGeom>
          <a:solidFill>
            <a:srgbClr val="E4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4746" y="2689013"/>
            <a:ext cx="2851573" cy="284480"/>
          </a:xfrm>
          <a:prstGeom prst="rect">
            <a:avLst/>
          </a:prstGeom>
          <a:solidFill>
            <a:srgbClr val="D1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77173" y="5093546"/>
            <a:ext cx="2587413" cy="690880"/>
          </a:xfrm>
          <a:prstGeom prst="rect">
            <a:avLst/>
          </a:prstGeom>
          <a:solidFill>
            <a:srgbClr val="858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65120" y="5574453"/>
            <a:ext cx="1104053" cy="467359"/>
          </a:xfrm>
          <a:prstGeom prst="rect">
            <a:avLst/>
          </a:prstGeom>
          <a:solidFill>
            <a:srgbClr val="757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1813" y="6021493"/>
            <a:ext cx="3813386" cy="284480"/>
          </a:xfrm>
          <a:prstGeom prst="rect">
            <a:avLst/>
          </a:prstGeom>
          <a:solidFill>
            <a:srgbClr val="3C4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1840" y="6319520"/>
            <a:ext cx="1198880" cy="169333"/>
          </a:xfrm>
          <a:prstGeom prst="rect">
            <a:avLst/>
          </a:prstGeom>
          <a:solidFill>
            <a:srgbClr val="102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44053" y="6448213"/>
            <a:ext cx="318346" cy="264160"/>
          </a:xfrm>
          <a:prstGeom prst="rect">
            <a:avLst/>
          </a:prstGeom>
          <a:solidFill>
            <a:srgbClr val="42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8283786"/>
            <a:ext cx="1043093" cy="182880"/>
          </a:xfrm>
          <a:prstGeom prst="rect">
            <a:avLst/>
          </a:prstGeom>
          <a:solidFill>
            <a:srgbClr val="E4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42560" y="8324426"/>
            <a:ext cx="1639146" cy="365760"/>
          </a:xfrm>
          <a:prstGeom prst="rect">
            <a:avLst/>
          </a:prstGeom>
          <a:solidFill>
            <a:srgbClr val="E4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506" y="623146"/>
            <a:ext cx="615018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444244"/>
                </a:solidFill>
              </a:rPr>
              <a:t>Mobile App Ideas junaidjamel.com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866" y="1165013"/>
            <a:ext cx="5513493" cy="4809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4400" b="1">
                <a:solidFill>
                  <a:srgbClr val="000000"/>
                </a:solidFill>
              </a:rPr>
              <a:t>Crop Disease Identifier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866" y="1842346"/>
            <a:ext cx="5147733" cy="21674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0">
                <a:solidFill>
                  <a:srgbClr val="3F3F41"/>
                </a:solidFill>
              </a:rPr>
              <a:t>Farmer photographs a diseased leaf. ML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093" y="2126826"/>
            <a:ext cx="6211146" cy="22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0">
                <a:solidFill>
                  <a:srgbClr val="3D3D3F"/>
                </a:solidFill>
              </a:rPr>
              <a:t>identifies the disease, severity, &amp; recommends treatment.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933" y="2722880"/>
            <a:ext cx="2743200" cy="21674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0">
                <a:solidFill>
                  <a:srgbClr val="000400"/>
                </a:solidFill>
              </a:rPr>
              <a:t>Advanced 30 or more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4586" y="5181600"/>
            <a:ext cx="2492586" cy="5147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700" b="1">
                <a:solidFill>
                  <a:srgbClr val="282D0C"/>
                </a:solidFill>
              </a:rPr>
              <a:t>aq E&gt;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5440" y="5635413"/>
            <a:ext cx="1063413" cy="345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>
                <a:solidFill>
                  <a:srgbClr val="676322"/>
                </a:solidFill>
              </a:rPr>
              <a:t>i 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9546" y="6055360"/>
            <a:ext cx="3677920" cy="21674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0">
                <a:solidFill>
                  <a:srgbClr val="0F200E"/>
                </a:solidFill>
              </a:rPr>
              <a:t>DIGITAL 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160" y="6346613"/>
            <a:ext cx="1158240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030B04"/>
                </a:solidFill>
              </a:rPr>
              <a:t>AGRICULTURE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4373" y="6482080"/>
            <a:ext cx="277706" cy="1964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303826"/>
                </a:solidFill>
              </a:rPr>
              <a:t>28.7%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320" y="8310880"/>
            <a:ext cx="1002453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0D0D0F"/>
                </a:solidFill>
              </a:rPr>
              <a:t>@junaid_jamel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9653" y="8371839"/>
            <a:ext cx="1584960" cy="2709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20204"/>
                </a:solidFill>
              </a:rPr>
              <a:t>PR SAVE for LATER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app / DXZb3JaCLnu / slide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0586" y="596053"/>
            <a:ext cx="6394026" cy="237066"/>
          </a:xfrm>
          <a:prstGeom prst="rect">
            <a:avLst/>
          </a:prstGeom>
          <a:solidFill>
            <a:srgbClr val="E3E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24480" y="1402080"/>
            <a:ext cx="1192106" cy="209973"/>
          </a:xfrm>
          <a:prstGeom prst="rect">
            <a:avLst/>
          </a:prstGeom>
          <a:solidFill>
            <a:srgbClr val="DFD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90986" y="2187786"/>
            <a:ext cx="257386" cy="230293"/>
          </a:xfrm>
          <a:prstGeom prst="rect">
            <a:avLst/>
          </a:prstGeom>
          <a:solidFill>
            <a:srgbClr val="2A2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40373" y="2533226"/>
            <a:ext cx="1700106" cy="291253"/>
          </a:xfrm>
          <a:prstGeom prst="rect">
            <a:avLst/>
          </a:prstGeom>
          <a:solidFill>
            <a:srgbClr val="434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11306" y="2892213"/>
            <a:ext cx="365760" cy="189653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4853" y="2926080"/>
            <a:ext cx="548640" cy="778933"/>
          </a:xfrm>
          <a:prstGeom prst="rect">
            <a:avLst/>
          </a:prstGeom>
          <a:solidFill>
            <a:srgbClr val="313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0666" y="3420533"/>
            <a:ext cx="562186" cy="209973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1066" y="5933440"/>
            <a:ext cx="291253" cy="284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91093" y="6515946"/>
            <a:ext cx="365760" cy="216746"/>
          </a:xfrm>
          <a:prstGeom prst="rect">
            <a:avLst/>
          </a:prstGeom>
          <a:solidFill>
            <a:srgbClr val="39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71893" y="7376160"/>
            <a:ext cx="1822026" cy="25738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8283786"/>
            <a:ext cx="1043093" cy="182880"/>
          </a:xfrm>
          <a:prstGeom prst="rect">
            <a:avLst/>
          </a:prstGeom>
          <a:solidFill>
            <a:srgbClr val="E4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24000" y="8392160"/>
            <a:ext cx="5479626" cy="270933"/>
          </a:xfrm>
          <a:prstGeom prst="rect">
            <a:avLst/>
          </a:prstGeom>
          <a:solidFill>
            <a:srgbClr val="A2A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506" y="623146"/>
            <a:ext cx="615018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434244"/>
                </a:solidFill>
              </a:rPr>
              <a:t>Mobile App Ideas junaidjamel.com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4800" y="1429173"/>
            <a:ext cx="1151466" cy="15578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00002"/>
                </a:solidFill>
              </a:rPr>
              <a:t>@junaid_jamel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1306" y="2214880"/>
            <a:ext cx="21674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E0E0E"/>
                </a:solidFill>
              </a:rPr>
              <a:t>6:47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7466" y="2567093"/>
            <a:ext cx="1645920" cy="22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131313"/>
                </a:solidFill>
              </a:rPr>
              <a:t>f+ junaid_jamel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626" y="2919306"/>
            <a:ext cx="325120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313131"/>
                </a:solidFill>
              </a:rPr>
              <a:t>‘ath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5173" y="3027680"/>
            <a:ext cx="508000" cy="5757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200" b="1">
                <a:solidFill>
                  <a:srgbClr val="171717"/>
                </a:solidFill>
              </a:rPr>
              <a:t>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0986" y="3447626"/>
            <a:ext cx="521546" cy="15578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171717"/>
                </a:solidFill>
              </a:rPr>
              <a:t>&lt;0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1386" y="5967306"/>
            <a:ext cx="250613" cy="21674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0">
                <a:solidFill>
                  <a:srgbClr val="121212"/>
                </a:solidFill>
              </a:rPr>
              <a:t>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1413" y="6543040"/>
            <a:ext cx="325120" cy="162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Best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5760" y="7410026"/>
            <a:ext cx="1754293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151515"/>
                </a:solidFill>
              </a:rPr>
              <a:t>© 7 Qa @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320" y="8310880"/>
            <a:ext cx="1002453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0E0E10"/>
                </a:solidFill>
              </a:rPr>
              <a:t>@junaid_jamel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5600" y="8426026"/>
            <a:ext cx="5276426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0">
                <a:solidFill>
                  <a:srgbClr val="080809"/>
                </a:solidFill>
              </a:rPr>
              <a:t>Jamel SAVE for LATER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app / DXZb3JaCLnu / slide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508000"/>
            <a:ext cx="6231466" cy="3522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0">
                <a:solidFill>
                  <a:srgbClr val="0F0F0F"/>
                </a:solidFill>
              </a:rPr>
              <a:t>app / DXZb3JaCLnu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1083733"/>
            <a:ext cx="6231466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05050"/>
                </a:solidFill>
              </a:rPr>
              <a:t>Source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1341120"/>
            <a:ext cx="6231466" cy="28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1E46A0"/>
                </a:solidFill>
              </a:rPr>
              <a:t>https://www.instagram.com/p/DXZb3JaCLnu/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998133"/>
            <a:ext cx="6231466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05050"/>
                </a:solidFill>
              </a:rPr>
              <a:t>Caption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269066"/>
            <a:ext cx="6231466" cy="51477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App ideas you can make to capture market 
🚀 My Github 🔗
https://github.com/JunaidJamel
Follow @junaid_jamel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400" y="7721600"/>
            <a:ext cx="6231466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505050"/>
                </a:solidFill>
              </a:rPr>
              <a:t>Componentization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00" y="7978986"/>
            <a:ext cx="6231466" cy="528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Images are separate page objects. OCR-detected text has been covered and recreated as editable text boxes.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