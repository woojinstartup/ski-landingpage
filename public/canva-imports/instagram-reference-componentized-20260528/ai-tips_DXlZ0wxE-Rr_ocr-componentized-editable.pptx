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3120" y="2106506"/>
            <a:ext cx="5716693" cy="43349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18560" y="4375573"/>
            <a:ext cx="541866" cy="196426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2186" y="7389706"/>
            <a:ext cx="2221653" cy="365760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493" y="2160693"/>
            <a:ext cx="5499946" cy="325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900" b="1">
                <a:solidFill>
                  <a:srgbClr val="000000"/>
                </a:solidFill>
              </a:rPr>
              <a:t>$1M. No team. No office. Just Al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8879" y="4402666"/>
            <a:ext cx="501226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3E3E3E"/>
                </a:solidFill>
              </a:rPr>
              <a:t>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2826" y="7437120"/>
            <a:ext cx="2140373" cy="2709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</a:rPr>
              <a:t>the blueprint —&gt;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DXlZ0wxE-Rr /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97280"/>
            <a:ext cx="1639146" cy="31157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2160" y="1740746"/>
            <a:ext cx="2783840" cy="2032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6320" y="2302933"/>
            <a:ext cx="1144693" cy="203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6320" y="2628053"/>
            <a:ext cx="772160" cy="2032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8853" y="2966720"/>
            <a:ext cx="772160" cy="203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3093" y="3291840"/>
            <a:ext cx="1131146" cy="2032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5093" y="3935306"/>
            <a:ext cx="2133600" cy="2032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493" y="4477173"/>
            <a:ext cx="5987626" cy="27770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4822613"/>
            <a:ext cx="2404533" cy="25738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5360" y="5127413"/>
            <a:ext cx="4416213" cy="33866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773" y="5825066"/>
            <a:ext cx="2587413" cy="23706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1866" y="6136640"/>
            <a:ext cx="1469813" cy="230293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3200" y="8581813"/>
            <a:ext cx="6800426" cy="270933"/>
          </a:xfrm>
          <a:prstGeom prst="rect">
            <a:avLst/>
          </a:prstGeom>
          <a:solidFill>
            <a:srgbClr val="FD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5733" y="1137920"/>
            <a:ext cx="1584960" cy="23029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0">
                <a:solidFill>
                  <a:srgbClr val="000000"/>
                </a:solidFill>
              </a:rPr>
              <a:t>1. the shift.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573" y="1767840"/>
            <a:ext cx="2689013" cy="1490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business used to need: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640" y="2330026"/>
            <a:ext cx="1104053" cy="1490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a founder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640" y="2655146"/>
            <a:ext cx="731520" cy="1490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a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9173" y="2993813"/>
            <a:ext cx="731520" cy="1490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office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413" y="3318933"/>
            <a:ext cx="1090506" cy="1490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investors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733" y="3962399"/>
            <a:ext cx="2052320" cy="1490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in 2026 it needs: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640" y="4511040"/>
            <a:ext cx="5757333" cy="2099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0">
                <a:solidFill>
                  <a:srgbClr val="000000"/>
                </a:solidFill>
              </a:rPr>
              <a:t>a founder 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640" y="4856480"/>
            <a:ext cx="2323253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the right AI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640" y="5168053"/>
            <a:ext cx="4253653" cy="2573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300" b="0">
                <a:solidFill>
                  <a:srgbClr val="000000"/>
                </a:solidFill>
              </a:rPr>
              <a:t>$50/mo 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186" y="5852160"/>
            <a:ext cx="24925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the team has changed.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960" y="6163733"/>
            <a:ext cx="141562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not the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893" y="8615680"/>
            <a:ext cx="6543040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alivmanish 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DXlZ0wxE-Rr /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0906" y="1273386"/>
            <a:ext cx="2018453" cy="27770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0906" y="1971040"/>
            <a:ext cx="1835573" cy="23706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4133" y="2262293"/>
            <a:ext cx="2431626" cy="23029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80" y="2560320"/>
            <a:ext cx="2302933" cy="23029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0906" y="2858346"/>
            <a:ext cx="2282613" cy="23029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4453" y="3454400"/>
            <a:ext cx="1327573" cy="23029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0906" y="3752426"/>
            <a:ext cx="2282613" cy="23029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1226" y="4050453"/>
            <a:ext cx="961813" cy="196426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2426" y="4355253"/>
            <a:ext cx="724746" cy="196426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2853" y="4477173"/>
            <a:ext cx="6881706" cy="433493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906" y="5195146"/>
            <a:ext cx="1584960" cy="23029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4133" y="5479626"/>
            <a:ext cx="2160693" cy="23029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4453" y="5764106"/>
            <a:ext cx="839893" cy="196426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359" y="6028266"/>
            <a:ext cx="2553546" cy="257386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7680" y="6339840"/>
            <a:ext cx="1544320" cy="18965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7680" y="6725920"/>
            <a:ext cx="1327573" cy="23706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4133" y="7023946"/>
            <a:ext cx="2309706" cy="23029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906" y="7308426"/>
            <a:ext cx="2424853" cy="23029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4453" y="7599680"/>
            <a:ext cx="1652693" cy="18965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8693" y="8541173"/>
            <a:ext cx="6942666" cy="264160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773" y="1307253"/>
            <a:ext cx="1950720" cy="2099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2. the Al team.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773" y="1998133"/>
            <a:ext cx="1767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Marketing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773" y="2289386"/>
            <a:ext cx="235034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writes, posts, grows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320" y="2587413"/>
            <a:ext cx="222165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your entire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546" y="2885440"/>
            <a:ext cx="220133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team in prompt.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773" y="3481493"/>
            <a:ext cx="128693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Sales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546" y="3779520"/>
            <a:ext cx="220133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follows up, closes,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546" y="4077546"/>
            <a:ext cx="921173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converts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2746" y="4382346"/>
            <a:ext cx="684106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misses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546" y="4531360"/>
            <a:ext cx="6624320" cy="325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900" b="1">
                <a:solidFill>
                  <a:srgbClr val="020202"/>
                </a:solidFill>
              </a:rPr>
              <a:t>lead again. 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5222240"/>
            <a:ext cx="153077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Support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773" y="5506720"/>
            <a:ext cx="207941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replies, resolves,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773" y="5791200"/>
            <a:ext cx="799253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retains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4773" y="6062133"/>
            <a:ext cx="2458720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24/7 customer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773" y="6366933"/>
            <a:ext cx="149013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at cost.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000" y="6753013"/>
            <a:ext cx="128693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Build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773" y="7051040"/>
            <a:ext cx="222842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codes, ships, fixes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546" y="7335520"/>
            <a:ext cx="234357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your senior engineer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546" y="7626773"/>
            <a:ext cx="1598506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in terminal.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7386" y="8575040"/>
            <a:ext cx="6685280" cy="1964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@livmanish 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DXlZ0wxE-Rr /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8320" y="853440"/>
            <a:ext cx="1910080" cy="31834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9280" y="1564640"/>
            <a:ext cx="2600960" cy="826346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59466" y="2032000"/>
            <a:ext cx="2431626" cy="26416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73013" y="2790613"/>
            <a:ext cx="819573" cy="216746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52693" y="3088640"/>
            <a:ext cx="2038773" cy="20997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66240" y="3833706"/>
            <a:ext cx="1083733" cy="27093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52693" y="4145280"/>
            <a:ext cx="2174240" cy="20997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66240" y="4903893"/>
            <a:ext cx="812800" cy="20997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52693" y="5188373"/>
            <a:ext cx="2431626" cy="264160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3013" y="5933440"/>
            <a:ext cx="812800" cy="26416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52693" y="6238240"/>
            <a:ext cx="2431626" cy="26416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8320" y="7186506"/>
            <a:ext cx="2993813" cy="23706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000" y="7620000"/>
            <a:ext cx="3881120" cy="237066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186" y="894080"/>
            <a:ext cx="1842346" cy="2370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0">
                <a:solidFill>
                  <a:srgbClr val="000000"/>
                </a:solidFill>
              </a:rPr>
              <a:t>3. the stack.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693" y="1673013"/>
            <a:ext cx="2506133" cy="609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500" b="1">
                <a:solidFill>
                  <a:srgbClr val="000000"/>
                </a:solidFill>
              </a:rPr>
              <a:t>&gt;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106" y="2065866"/>
            <a:ext cx="2350346" cy="1964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builds the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3333" y="2817706"/>
            <a:ext cx="778933" cy="162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00000"/>
                </a:solidFill>
              </a:rPr>
              <a:t>Cursor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6560" y="3115733"/>
            <a:ext cx="1971040" cy="1557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00000"/>
                </a:solidFill>
              </a:rPr>
              <a:t>writes the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6560" y="3867573"/>
            <a:ext cx="1043093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Supabase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3333" y="4172373"/>
            <a:ext cx="2092959" cy="1557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00000"/>
                </a:solidFill>
              </a:rPr>
              <a:t>runs the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6560" y="4930986"/>
            <a:ext cx="772160" cy="1557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00000"/>
                </a:solidFill>
              </a:rPr>
              <a:t>Vercel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3333" y="5222240"/>
            <a:ext cx="2350346" cy="1964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deploys in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3333" y="5967306"/>
            <a:ext cx="772160" cy="1964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Stripe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3333" y="6272106"/>
            <a:ext cx="2350346" cy="1964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collects the money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506" y="7213600"/>
            <a:ext cx="28854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monthly cost ~$50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506" y="7647093"/>
            <a:ext cx="373210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what it replaces $500k+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DXlZ0wxE-Rr /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1546" y="1435946"/>
            <a:ext cx="3190240" cy="37930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5093" y="2377440"/>
            <a:ext cx="3142826" cy="23029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5413" y="3014133"/>
            <a:ext cx="2072640" cy="23706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4080" y="3230880"/>
            <a:ext cx="3942080" cy="535093"/>
          </a:xfrm>
          <a:prstGeom prst="rect">
            <a:avLst/>
          </a:prstGeom>
          <a:solidFill>
            <a:srgbClr val="D8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7359" y="3752426"/>
            <a:ext cx="6468533" cy="413173"/>
          </a:xfrm>
          <a:prstGeom prst="rect">
            <a:avLst/>
          </a:prstGeom>
          <a:solidFill>
            <a:srgbClr val="D4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7946" y="3914986"/>
            <a:ext cx="1666240" cy="27093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0586" y="4389120"/>
            <a:ext cx="6637866" cy="63669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8133" y="5120640"/>
            <a:ext cx="2241973" cy="5486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1866" y="5547360"/>
            <a:ext cx="3136053" cy="237066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13120" y="5743786"/>
            <a:ext cx="216746" cy="169333"/>
          </a:xfrm>
          <a:prstGeom prst="rect">
            <a:avLst/>
          </a:prstGeom>
          <a:solidFill>
            <a:srgbClr val="6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7359" y="5818293"/>
            <a:ext cx="6637866" cy="325120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5093" y="6170506"/>
            <a:ext cx="2790613" cy="23029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4133" y="6197600"/>
            <a:ext cx="6644640" cy="819573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9653" y="8751146"/>
            <a:ext cx="6800426" cy="33189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506" y="1483360"/>
            <a:ext cx="3068320" cy="28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>
                <a:solidFill>
                  <a:srgbClr val="000000"/>
                </a:solidFill>
              </a:rPr>
              <a:t>4. how it makes $1M.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280" y="2404533"/>
            <a:ext cx="303445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30303"/>
                </a:solidFill>
              </a:rPr>
              <a:t>1. find painful problem.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280" y="3041226"/>
            <a:ext cx="200490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2. build simple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586" y="3298613"/>
            <a:ext cx="3793066" cy="3996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>
                <a:solidFill>
                  <a:srgbClr val="0A0A0A"/>
                </a:solidFill>
              </a:rPr>
              <a:t>solution with ATI. Wy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280" y="3806613"/>
            <a:ext cx="6224693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700" b="0">
                <a:solidFill>
                  <a:srgbClr val="070707"/>
                </a:solidFill>
              </a:rPr>
              <a:t>3 Is iil 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040" y="3948853"/>
            <a:ext cx="1612053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charge $49/mo.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506" y="4470400"/>
            <a:ext cx="6394026" cy="4741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300" b="1">
                <a:solidFill>
                  <a:srgbClr val="050505"/>
                </a:solidFill>
              </a:rPr>
              <a:t>4. 1700 customers $49 q 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8773" y="5188373"/>
            <a:ext cx="2160693" cy="413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700" b="1">
                <a:solidFill>
                  <a:srgbClr val="010101"/>
                </a:solidFill>
              </a:rPr>
              <a:t>—ZA |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053" y="5574453"/>
            <a:ext cx="30276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you don’t need big idea.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3440" y="5770880"/>
            <a:ext cx="176106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10101"/>
                </a:solidFill>
              </a:rPr>
              <a:t>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280" y="5858933"/>
            <a:ext cx="6394026" cy="243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0">
                <a:solidFill>
                  <a:srgbClr val="030303"/>
                </a:solidFill>
              </a:rPr>
              <a:t>you need the right problem FEE 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506" y="6197600"/>
            <a:ext cx="269578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20202"/>
                </a:solidFill>
              </a:rPr>
              <a:t>and the right agents 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053" y="6305973"/>
            <a:ext cx="6400800" cy="6028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500" b="1">
                <a:solidFill>
                  <a:srgbClr val="080808"/>
                </a:solidFill>
              </a:rPr>
              <a:t>solve it NGA SG |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346" y="8791786"/>
            <a:ext cx="6543040" cy="2506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a@livmanish 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DXlZ0wxE-Rr / 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7680" y="995679"/>
            <a:ext cx="5283200" cy="41317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1754293"/>
            <a:ext cx="3556000" cy="2032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0906" y="2418080"/>
            <a:ext cx="5181600" cy="19642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546" y="3088640"/>
            <a:ext cx="2878666" cy="23706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546" y="3732106"/>
            <a:ext cx="3007360" cy="26416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1226" y="4429760"/>
            <a:ext cx="4517813" cy="19642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000" y="5046133"/>
            <a:ext cx="3887893" cy="237066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1226" y="5662506"/>
            <a:ext cx="4402666" cy="237066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0186" y="6861386"/>
            <a:ext cx="2858346" cy="548640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280" y="1049866"/>
            <a:ext cx="5080000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700" b="0">
                <a:solidFill>
                  <a:srgbClr val="000000"/>
                </a:solidFill>
              </a:rPr>
              <a:t>5. how fast can you actually move?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733" y="1781386"/>
            <a:ext cx="3420533" cy="1490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week 1 validate the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733" y="2445173"/>
            <a:ext cx="4991946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week 2 build the MVP with Claude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733" y="3115733"/>
            <a:ext cx="277029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week S$ get first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733" y="3765973"/>
            <a:ext cx="2898986" cy="1964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week 4 charge $49/mo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506" y="4456853"/>
            <a:ext cx="4355253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000000"/>
                </a:solidFill>
              </a:rPr>
              <a:t>month iterate based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506" y="5073226"/>
            <a:ext cx="373887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month 6 automate with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506" y="5689600"/>
            <a:ext cx="424010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month 12 $1M is not crazy anymore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373" y="6929120"/>
            <a:ext cx="2749973" cy="413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700" b="1">
                <a:solidFill>
                  <a:srgbClr val="000000"/>
                </a:solidFill>
              </a:rPr>
              <a:t>eo a 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DXlZ0wxE-Rr / 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7359" y="1307253"/>
            <a:ext cx="2472266" cy="27093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3813" y="1686560"/>
            <a:ext cx="2716106" cy="27093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7359" y="2506133"/>
            <a:ext cx="2567093" cy="27093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4453" y="2878666"/>
            <a:ext cx="819573" cy="27093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400" y="3230880"/>
            <a:ext cx="5560906" cy="392853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7359" y="3657600"/>
            <a:ext cx="1882986" cy="27093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9946" y="4240106"/>
            <a:ext cx="5059680" cy="62314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7680" y="4836160"/>
            <a:ext cx="1720426" cy="270933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4453" y="5222240"/>
            <a:ext cx="1618826" cy="264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680" y="5601546"/>
            <a:ext cx="1591733" cy="270933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773" y="1341120"/>
            <a:ext cx="2377440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your competitor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226" y="1720426"/>
            <a:ext cx="2621280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waiting for funding.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773" y="2540000"/>
            <a:ext cx="2472266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you have AI agents,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773" y="2912533"/>
            <a:ext cx="778933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$50/mo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278293"/>
            <a:ext cx="5357706" cy="2980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700" b="0">
                <a:solidFill>
                  <a:srgbClr val="000000"/>
                </a:solidFill>
              </a:rPr>
              <a:t>and a problem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226" y="3691466"/>
            <a:ext cx="1815253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worth solving.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773" y="4321386"/>
            <a:ext cx="4870026" cy="4605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200" b="1">
                <a:solidFill>
                  <a:srgbClr val="000000"/>
                </a:solidFill>
              </a:rPr>
              <a:t>the $1M business K \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773" y="4870026"/>
            <a:ext cx="1666240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isn’t coming.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546" y="5256106"/>
            <a:ext cx="1564640" cy="1964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it’s already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773" y="5635413"/>
            <a:ext cx="1537546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being built.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DXlZ0wxE-Rr / 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45920" y="3285066"/>
            <a:ext cx="4050453" cy="480906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7253" y="4131733"/>
            <a:ext cx="4707466" cy="49445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7626" y="4985173"/>
            <a:ext cx="5506720" cy="61637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20426" y="3346026"/>
            <a:ext cx="3901440" cy="3589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0000"/>
                </a:solidFill>
              </a:rPr>
              <a:t>Follow me 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5306" y="4192693"/>
            <a:ext cx="4531360" cy="3725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400" b="1">
                <a:solidFill>
                  <a:srgbClr val="000000"/>
                </a:solidFill>
              </a:rPr>
              <a:t>comment “ai”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226" y="5066453"/>
            <a:ext cx="5303520" cy="4538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100" b="1">
                <a:solidFill>
                  <a:srgbClr val="000000"/>
                </a:solidFill>
              </a:rPr>
              <a:t>get the full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DXlZ0wxE-Rr /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508000"/>
            <a:ext cx="6231466" cy="3522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>
                <a:solidFill>
                  <a:srgbClr val="0F0F0F"/>
                </a:solidFill>
              </a:rPr>
              <a:t>ai-tips / DXlZ0wxE-Rr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1083733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05050"/>
                </a:solidFill>
              </a:rPr>
              <a:t>Source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1341120"/>
            <a:ext cx="6231466" cy="28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1E46A0"/>
                </a:solidFill>
              </a:rPr>
              <a:t>https://www.instagram.com/p/DXlZ0wxE-Rr/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998133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05050"/>
                </a:solidFill>
              </a:rPr>
              <a:t>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269066"/>
            <a:ext cx="6231466" cy="51477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The first $1M business run by AI agents is being built right now.
Not by a funded startup.
Not by a team of 20.
By one person with a laptop and $50/mo.
Follow me and comment “ai” to get the full guide
#ai #tech #app #coding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" y="7721600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05050"/>
                </a:solidFill>
              </a:rPr>
              <a:t>Componentization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7978986"/>
            <a:ext cx="6231466" cy="528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Images are separate page objects. OCR-detected text has been covered and recreated as editable text boxes.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