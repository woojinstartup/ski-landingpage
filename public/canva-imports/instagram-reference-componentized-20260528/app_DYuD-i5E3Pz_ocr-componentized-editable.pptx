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36800" y="3298613"/>
            <a:ext cx="2641600" cy="46058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1253" y="4240106"/>
            <a:ext cx="833120" cy="189653"/>
          </a:xfrm>
          <a:prstGeom prst="rect">
            <a:avLst/>
          </a:prstGeom>
          <a:solidFill>
            <a:srgbClr val="EA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55520" y="4991946"/>
            <a:ext cx="2445173" cy="176106"/>
          </a:xfrm>
          <a:prstGeom prst="rect">
            <a:avLst/>
          </a:prstGeom>
          <a:solidFill>
            <a:srgbClr val="B7B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7306" y="5330613"/>
            <a:ext cx="1808480" cy="514773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98986" y="6211146"/>
            <a:ext cx="1374986" cy="209973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72746" y="7274560"/>
            <a:ext cx="528320" cy="291253"/>
          </a:xfrm>
          <a:prstGeom prst="rect">
            <a:avLst/>
          </a:prstGeom>
          <a:solidFill>
            <a:srgbClr val="F9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35573" y="8012853"/>
            <a:ext cx="4842933" cy="372533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200" y="8324426"/>
            <a:ext cx="6163733" cy="358986"/>
          </a:xfrm>
          <a:prstGeom prst="rect">
            <a:avLst/>
          </a:prstGeom>
          <a:solidFill>
            <a:srgbClr val="DA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8561493"/>
            <a:ext cx="663786" cy="196426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4213" y="3359573"/>
            <a:ext cx="2546773" cy="3386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00000"/>
                </a:solidFill>
              </a:rPr>
              <a:t>in 1-4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1573" y="4267200"/>
            <a:ext cx="792480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3"/>
                </a:solidFill>
              </a:rPr>
              <a:t>‘+ Beginner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6160" y="5019040"/>
            <a:ext cx="236389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9:41 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1173" y="5398346"/>
            <a:ext cx="1740746" cy="3793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344223"/>
                </a:solidFill>
              </a:rPr>
              <a:t>e 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9306" y="6238240"/>
            <a:ext cx="1334346" cy="1557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A0201"/>
                </a:solidFill>
              </a:rPr>
              <a:t>69 Immunity 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3066" y="7308426"/>
            <a:ext cx="487680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050000"/>
                </a:solidFill>
              </a:rPr>
              <a:t>Selenium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3626" y="8060266"/>
            <a:ext cx="4666826" cy="2777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500" b="0">
                <a:solidFill>
                  <a:srgbClr val="060200"/>
                </a:solidFill>
              </a:rPr>
              <a:t>Today's food All days Swipe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346" y="8371839"/>
            <a:ext cx="5933440" cy="264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0">
                <a:solidFill>
                  <a:srgbClr val="000000"/>
                </a:solidFill>
              </a:rPr>
              <a:t>@rifqieh 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6560" y="8588586"/>
            <a:ext cx="623146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B0604"/>
                </a:solidFill>
              </a:rPr>
              <a:t>Or @s2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DYuD-i5E3Pz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75360" y="1036320"/>
            <a:ext cx="5364480" cy="68410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0746" y="1977813"/>
            <a:ext cx="3589866" cy="23029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70293" y="2201333"/>
            <a:ext cx="1537546" cy="23029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84213" y="2614506"/>
            <a:ext cx="2553546" cy="237066"/>
          </a:xfrm>
          <a:prstGeom prst="rect">
            <a:avLst/>
          </a:prstGeom>
          <a:solidFill>
            <a:srgbClr val="EC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680" y="3826933"/>
            <a:ext cx="250613" cy="257386"/>
          </a:xfrm>
          <a:prstGeom prst="rect">
            <a:avLst/>
          </a:prstGeom>
          <a:solidFill>
            <a:srgbClr val="E9E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52426" y="4998720"/>
            <a:ext cx="386080" cy="237066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7066" y="7112000"/>
            <a:ext cx="690880" cy="291253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8613" y="7992533"/>
            <a:ext cx="3352800" cy="39285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386" y="8324426"/>
            <a:ext cx="6624320" cy="3793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6960" y="1124373"/>
            <a:ext cx="516128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600" b="1">
                <a:solidFill>
                  <a:srgbClr val="000000"/>
                </a:solidFill>
              </a:rPr>
              <a:t>Water Reminder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8480" y="2004906"/>
            <a:ext cx="345440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575757"/>
                </a:solidFill>
              </a:rPr>
              <a:t>Track your daily water intake with smart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7386" y="2228426"/>
            <a:ext cx="148336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65656"/>
                </a:solidFill>
              </a:rPr>
              <a:t>hourly reminders.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626" y="2641600"/>
            <a:ext cx="245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9683C"/>
                </a:solidFill>
              </a:rPr>
              <a:t>Beginner Health 3-7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0" y="3860800"/>
            <a:ext cx="209973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95A8F"/>
                </a:solidFill>
              </a:rPr>
              <a:t>Ww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2746" y="5025813"/>
            <a:ext cx="3454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D1D1D"/>
                </a:solidFill>
              </a:rPr>
              <a:t>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7386" y="7145866"/>
            <a:ext cx="650240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948764"/>
                </a:solidFill>
              </a:rPr>
              <a:t>°°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9573" y="8039946"/>
            <a:ext cx="3230880" cy="298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2A2C2B"/>
                </a:solidFill>
              </a:rPr>
              <a:t>App: Supe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306" y="8371839"/>
            <a:ext cx="6380480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0">
                <a:solidFill>
                  <a:srgbClr val="0D0D0F"/>
                </a:solidFill>
              </a:rPr>
              <a:t>GB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DYuD-i5E3Pz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88160" y="1977813"/>
            <a:ext cx="3738879" cy="23029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34453" y="2201333"/>
            <a:ext cx="711200" cy="23029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98133" y="2614506"/>
            <a:ext cx="3318933" cy="23706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3264746"/>
            <a:ext cx="731520" cy="325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3840" y="4084320"/>
            <a:ext cx="514773" cy="169333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91466" y="4253653"/>
            <a:ext cx="352213" cy="169333"/>
          </a:xfrm>
          <a:prstGeom prst="rect">
            <a:avLst/>
          </a:prstGeom>
          <a:solidFill>
            <a:srgbClr val="F2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2773" y="7958666"/>
            <a:ext cx="2885440" cy="41317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200" y="8324426"/>
            <a:ext cx="6163733" cy="35898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5893" y="2004906"/>
            <a:ext cx="360341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575757"/>
                </a:solidFill>
              </a:rPr>
              <a:t>Plan your weekly outfits and log what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773" y="2228426"/>
            <a:ext cx="67056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actually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9093" y="2641600"/>
            <a:ext cx="319701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36154"/>
                </a:solidFill>
              </a:rPr>
              <a:t>Beginner-Mid Lifestyle 1-2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2160" y="3305386"/>
            <a:ext cx="690880" cy="243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000000"/>
                </a:solidFill>
              </a:rPr>
              <a:t>aa)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4160" y="4111413"/>
            <a:ext cx="47413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01115"/>
                </a:solidFill>
              </a:rPr>
              <a:t>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1786" y="4280746"/>
            <a:ext cx="31157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E0F14"/>
                </a:solidFill>
              </a:rPr>
              <a:t>rugby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6960" y="8012853"/>
            <a:ext cx="2777066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313332"/>
                </a:solidFill>
              </a:rPr>
              <a:t>Spring Qu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346" y="8371839"/>
            <a:ext cx="5933440" cy="264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0">
                <a:solidFill>
                  <a:srgbClr val="030303"/>
                </a:solidFill>
              </a:rPr>
              <a:t>@rifqieh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DYuD-i5E3Pz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2053" y="1977813"/>
            <a:ext cx="4097866" cy="23029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24106" y="2201333"/>
            <a:ext cx="860213" cy="19642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6506" y="2614506"/>
            <a:ext cx="3108960" cy="196426"/>
          </a:xfrm>
          <a:prstGeom prst="rect">
            <a:avLst/>
          </a:prstGeom>
          <a:solidFill>
            <a:srgbClr val="EC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8693" y="4734560"/>
            <a:ext cx="331893" cy="318346"/>
          </a:xfrm>
          <a:prstGeom prst="rect">
            <a:avLst/>
          </a:prstGeom>
          <a:solidFill>
            <a:srgbClr val="E9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2026" y="5703146"/>
            <a:ext cx="399626" cy="338666"/>
          </a:xfrm>
          <a:prstGeom prst="rect">
            <a:avLst/>
          </a:prstGeom>
          <a:solidFill>
            <a:srgbClr val="F0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86560" y="2004906"/>
            <a:ext cx="394885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565656"/>
                </a:solidFill>
              </a:rPr>
              <a:t>Paste code diff and get detailed line-by-line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4426" y="2228426"/>
            <a:ext cx="819573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693" y="2641600"/>
            <a:ext cx="3000586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54296"/>
                </a:solidFill>
              </a:rPr>
              <a:t>Intermediate Health 3-4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9013" y="4775200"/>
            <a:ext cx="291253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161312"/>
                </a:solidFill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2346" y="5743786"/>
            <a:ext cx="358986" cy="2573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0">
                <a:solidFill>
                  <a:srgbClr val="070403"/>
                </a:solidFill>
              </a:rPr>
              <a:t>coaching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DYuD-i5E3Pz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43946" y="1977813"/>
            <a:ext cx="3298613" cy="23029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75466" y="2201333"/>
            <a:ext cx="1822026" cy="23029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50720" y="2621280"/>
            <a:ext cx="3406986" cy="189653"/>
          </a:xfrm>
          <a:prstGeom prst="rect">
            <a:avLst/>
          </a:prstGeom>
          <a:solidFill>
            <a:srgbClr val="E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65226" y="3285066"/>
            <a:ext cx="704426" cy="31834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61066" y="3996266"/>
            <a:ext cx="257386" cy="223520"/>
          </a:xfrm>
          <a:prstGeom prst="rect">
            <a:avLst/>
          </a:prstGeom>
          <a:solidFill>
            <a:srgbClr val="F3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57493" y="4179146"/>
            <a:ext cx="182880" cy="264160"/>
          </a:xfrm>
          <a:prstGeom prst="rect">
            <a:avLst/>
          </a:prstGeom>
          <a:solidFill>
            <a:srgbClr val="F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3946" y="4578773"/>
            <a:ext cx="128693" cy="22352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2693" y="5398346"/>
            <a:ext cx="1158240" cy="29125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8746" y="6861386"/>
            <a:ext cx="365760" cy="196426"/>
          </a:xfrm>
          <a:prstGeom prst="rect">
            <a:avLst/>
          </a:prstGeom>
          <a:solidFill>
            <a:srgbClr val="C99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0" y="7951893"/>
            <a:ext cx="514773" cy="47413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480" y="8304106"/>
            <a:ext cx="6597226" cy="528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4906" y="2004906"/>
            <a:ext cx="317669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65656"/>
                </a:solidFill>
              </a:rPr>
              <a:t>Pool money with friends to purchase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9333" y="2228426"/>
            <a:ext cx="175429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something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48373"/>
            <a:ext cx="328506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F1E22"/>
                </a:solidFill>
              </a:rPr>
              <a:t>Advanced E-Commerce 4+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546" y="3325706"/>
            <a:ext cx="663786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000000"/>
                </a:solidFill>
              </a:rPr>
              <a:t>agp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1386" y="4023360"/>
            <a:ext cx="216746" cy="1693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51315"/>
                </a:solidFill>
              </a:rPr>
              <a:t>(2) ~|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7813" y="4213013"/>
            <a:ext cx="142240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C84C59"/>
                </a:solidFill>
              </a:rPr>
              <a:t>HB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4266" y="4605866"/>
            <a:ext cx="88053" cy="1693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333436"/>
                </a:solidFill>
              </a:rPr>
              <a:t>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3013" y="5432213"/>
            <a:ext cx="1117600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101113"/>
                </a:solidFill>
              </a:rPr>
              <a:t>Korean reamCheese Bun.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9066" y="6888480"/>
            <a:ext cx="32512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64646"/>
                </a:solidFill>
              </a:rPr>
              <a:t>~~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6320" y="8012853"/>
            <a:ext cx="474133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202221"/>
                </a:solidFill>
              </a:rPr>
              <a:t>Supe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" y="8371839"/>
            <a:ext cx="6353386" cy="3928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500" b="1">
                <a:solidFill>
                  <a:srgbClr val="111214"/>
                </a:solidFill>
              </a:rPr>
              <a:t>a] @rifqieh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DYuD-i5E3Pz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04906" y="2106506"/>
            <a:ext cx="3298613" cy="23029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00960" y="2363893"/>
            <a:ext cx="2113280" cy="19642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70293" y="2790613"/>
            <a:ext cx="1720426" cy="325120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87786" y="3955626"/>
            <a:ext cx="1686560" cy="216746"/>
          </a:xfrm>
          <a:prstGeom prst="rect">
            <a:avLst/>
          </a:prstGeom>
          <a:solidFill>
            <a:srgbClr val="0D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3413" y="4592320"/>
            <a:ext cx="358986" cy="16256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35200" y="4619413"/>
            <a:ext cx="616373" cy="419946"/>
          </a:xfrm>
          <a:prstGeom prst="rect">
            <a:avLst/>
          </a:prstGeom>
          <a:solidFill>
            <a:srgbClr val="20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3493" y="4680373"/>
            <a:ext cx="291253" cy="230293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7735146"/>
            <a:ext cx="1761066" cy="216746"/>
          </a:xfrm>
          <a:prstGeom prst="rect">
            <a:avLst/>
          </a:prstGeom>
          <a:solidFill>
            <a:srgbClr val="0B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93920" y="8324426"/>
            <a:ext cx="331893" cy="169333"/>
          </a:xfrm>
          <a:prstGeom prst="rect">
            <a:avLst/>
          </a:prstGeom>
          <a:solidFill>
            <a:srgbClr val="656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5866" y="2133600"/>
            <a:ext cx="317669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75757"/>
                </a:solidFill>
              </a:rPr>
              <a:t>App ideas, coding tips, productivity,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00" y="2390986"/>
            <a:ext cx="20320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75757"/>
                </a:solidFill>
              </a:rPr>
              <a:t>and creator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7386" y="2831253"/>
            <a:ext cx="1666240" cy="243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000001"/>
                </a:solidFill>
              </a:rPr>
              <a:t>Save for later Jj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4880" y="3982719"/>
            <a:ext cx="1632373" cy="162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80A0E"/>
                </a:solidFill>
              </a:rPr>
              <a:t>+ rifqieh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733" y="4619413"/>
            <a:ext cx="31834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00205"/>
                </a:solidFill>
              </a:rPr>
              <a:t>32,4K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5520" y="4673600"/>
            <a:ext cx="575733" cy="3115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80A0C"/>
                </a:solidFill>
              </a:rPr>
              <a:t>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3813" y="4707466"/>
            <a:ext cx="25061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20507"/>
                </a:solidFill>
              </a:rPr>
              <a:t>posts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1306" y="7762240"/>
            <a:ext cx="1693333" cy="162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80B10"/>
                </a:solidFill>
              </a:rPr>
              <a:t>HH 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4240" y="8351520"/>
            <a:ext cx="29125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72526"/>
                </a:solidFill>
              </a:rPr>
              <a:t>2,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DYuD-i5E3Pz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508000"/>
            <a:ext cx="6231466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F0F0F"/>
                </a:solidFill>
              </a:rPr>
              <a:t>app / DYuD-i5E3Pz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10837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1341120"/>
            <a:ext cx="6231466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E46A0"/>
                </a:solidFill>
              </a:rPr>
              <a:t>https://www.instagram.com/p/DYuD-i5E3Pz/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9981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269066"/>
            <a:ext cx="6231466" cy="51477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App ideas to build next 🚀
Free tools:
http://rifqieh.com
http://github.com/rifqieh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7721600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05050"/>
                </a:solidFill>
              </a:rPr>
              <a:t>Componentization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7978986"/>
            <a:ext cx="6231466" cy="528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Images are separate page objects. OCR-detected text has been covered and recreated as editable text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