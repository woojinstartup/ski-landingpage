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73152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0" cy="9144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3466" y="2302933"/>
            <a:ext cx="4443306" cy="419946"/>
          </a:xfrm>
          <a:prstGeom prst="rect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788160" y="2689013"/>
            <a:ext cx="2133600" cy="419946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" y="8561493"/>
            <a:ext cx="6705600" cy="325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4746" y="2357120"/>
            <a:ext cx="4280746" cy="31157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800" b="1">
                <a:solidFill>
                  <a:srgbClr val="090909"/>
                </a:solidFill>
              </a:rPr>
              <a:t>pov: you're entering the new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743200"/>
            <a:ext cx="2052320" cy="31157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1">
                <a:solidFill>
                  <a:srgbClr val="080808"/>
                </a:solidFill>
              </a:rPr>
              <a:t>era of coding.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1573" y="8602133"/>
            <a:ext cx="6448213" cy="243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200" b="0">
                <a:solidFill>
                  <a:srgbClr val="000000"/>
                </a:solidFill>
              </a:rPr>
              <a:t>a@livmanish 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920" y="81280"/>
            <a:ext cx="2573866" cy="1761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7D7D7D"/>
                </a:solidFill>
              </a:rPr>
              <a:t>ai-tips / DVXvbomk3OU / slide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0" cy="9144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12800" y="3000586"/>
            <a:ext cx="1584960" cy="318346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90880" y="3556000"/>
            <a:ext cx="2973493" cy="230293"/>
          </a:xfrm>
          <a:prstGeom prst="rect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97653" y="3833706"/>
            <a:ext cx="2120053" cy="230293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24746" y="4213013"/>
            <a:ext cx="1259840" cy="189653"/>
          </a:xfrm>
          <a:prstGeom prst="rect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49866" y="4619413"/>
            <a:ext cx="2499360" cy="230293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56640" y="4897120"/>
            <a:ext cx="1896533" cy="230293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70186" y="5174826"/>
            <a:ext cx="1524000" cy="230293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43093" y="5452533"/>
            <a:ext cx="2736426" cy="23029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77333" y="5899573"/>
            <a:ext cx="3562773" cy="230293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77333" y="6177280"/>
            <a:ext cx="3562773" cy="230293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8346" y="8608906"/>
            <a:ext cx="1259840" cy="196426"/>
          </a:xfrm>
          <a:prstGeom prst="rect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9893" y="3041226"/>
            <a:ext cx="1530773" cy="23706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0">
                <a:solidFill>
                  <a:srgbClr val="000000"/>
                </a:solidFill>
              </a:rPr>
              <a:t>1. the shift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066" y="3583093"/>
            <a:ext cx="2865120" cy="1761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Coding is longer about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8293" y="3860800"/>
            <a:ext cx="2038773" cy="1761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memorizing syntax.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066" y="4240106"/>
            <a:ext cx="1219200" cy="13546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000000"/>
                </a:solidFill>
              </a:rPr>
              <a:t>It’s about: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646506"/>
            <a:ext cx="2404533" cy="1761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understanding systems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0506" y="4924213"/>
            <a:ext cx="1828800" cy="1761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building with ATI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201920"/>
            <a:ext cx="1469813" cy="1761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shipping fast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0506" y="5479626"/>
            <a:ext cx="2641600" cy="1761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thinking like product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066" y="5926666"/>
            <a:ext cx="3427306" cy="1761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0">
                <a:solidFill>
                  <a:srgbClr val="000000"/>
                </a:solidFill>
              </a:rPr>
              <a:t>The developers who adapt, win.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066" y="6204373"/>
            <a:ext cx="3427306" cy="1761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0">
                <a:solidFill>
                  <a:srgbClr val="000000"/>
                </a:solidFill>
              </a:rPr>
              <a:t>The who don’t, disappear.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666" y="8636000"/>
            <a:ext cx="1219200" cy="142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000000"/>
                </a:solidFill>
              </a:rPr>
              <a:t>alivmanish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920" y="81280"/>
            <a:ext cx="2573866" cy="1761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7D7D7D"/>
                </a:solidFill>
              </a:rPr>
              <a:t>ai-tips / DVXvbomk3OU / slide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0" cy="9144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185333" y="961813"/>
            <a:ext cx="3020906" cy="291253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71786" y="1517226"/>
            <a:ext cx="3197013" cy="230293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30773" y="1882986"/>
            <a:ext cx="2736426" cy="25738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51093" y="2160693"/>
            <a:ext cx="1774613" cy="257386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17226" y="2438400"/>
            <a:ext cx="3346026" cy="257386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64640" y="2736426"/>
            <a:ext cx="1171786" cy="230293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551093" y="3014133"/>
            <a:ext cx="1429173" cy="196426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524000" y="3257973"/>
            <a:ext cx="2729653" cy="270933"/>
          </a:xfrm>
          <a:prstGeom prst="rect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85333" y="3677920"/>
            <a:ext cx="2594186" cy="230293"/>
          </a:xfrm>
          <a:prstGeom prst="rect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564640" y="4064000"/>
            <a:ext cx="717973" cy="189653"/>
          </a:xfrm>
          <a:prstGeom prst="rect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557866" y="4328160"/>
            <a:ext cx="1415626" cy="223520"/>
          </a:xfrm>
          <a:prstGeom prst="rect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544320" y="4585546"/>
            <a:ext cx="2248746" cy="257386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58720" y="6732693"/>
            <a:ext cx="325120" cy="237066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8346" y="8608906"/>
            <a:ext cx="1259840" cy="196426"/>
          </a:xfrm>
          <a:prstGeom prst="rect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9520" y="995679"/>
            <a:ext cx="2912533" cy="223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0">
                <a:solidFill>
                  <a:srgbClr val="000000"/>
                </a:solidFill>
              </a:rPr>
              <a:t>2. the modern stack.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2746" y="1544320"/>
            <a:ext cx="3075093" cy="1761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If you’re starting in 2026: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8186" y="1916853"/>
            <a:ext cx="2641600" cy="18965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000000"/>
                </a:solidFill>
              </a:rPr>
              <a:t>JavaScript / TypeScript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84960" y="2194560"/>
            <a:ext cx="1706880" cy="18965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000000"/>
                </a:solidFill>
              </a:rPr>
              <a:t>React / Next.js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8186" y="2472266"/>
            <a:ext cx="3224106" cy="18965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000000"/>
                </a:solidFill>
              </a:rPr>
              <a:t>Node / Express Serverless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84960" y="2763520"/>
            <a:ext cx="1131146" cy="1761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PostgreSQL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8186" y="3041226"/>
            <a:ext cx="1374986" cy="142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000000"/>
                </a:solidFill>
              </a:rPr>
              <a:t>Git &amp; GitHub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71413" y="3291840"/>
            <a:ext cx="2634826" cy="203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000000"/>
                </a:solidFill>
              </a:rPr>
              <a:t>AI tools (not optional)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2746" y="3705013"/>
            <a:ext cx="2499360" cy="1761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Optional but powerful: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84960" y="4091093"/>
            <a:ext cx="677333" cy="13546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000000"/>
                </a:solidFill>
              </a:rPr>
              <a:t>Docker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84960" y="4355253"/>
            <a:ext cx="1361440" cy="16933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CI/CD basics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84960" y="4619413"/>
            <a:ext cx="2167466" cy="18965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0">
                <a:solidFill>
                  <a:srgbClr val="000000"/>
                </a:solidFill>
              </a:rPr>
              <a:t>Cloud (Vercel, AWS)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79040" y="6759786"/>
            <a:ext cx="2844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050505"/>
                </a:solidFill>
              </a:rPr>
              <a:t>Fay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666" y="8636000"/>
            <a:ext cx="1219200" cy="142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000000"/>
                </a:solidFill>
              </a:rPr>
              <a:t>alivmanish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920" y="81280"/>
            <a:ext cx="2573866" cy="1761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7D7D7D"/>
                </a:solidFill>
              </a:rPr>
              <a:t>ai-tips / DVXvbomk3OU / slide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0" cy="9144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29920" y="1564640"/>
            <a:ext cx="3142826" cy="392853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5386" y="2092959"/>
            <a:ext cx="1178560" cy="189653"/>
          </a:xfrm>
          <a:prstGeom prst="rect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55040" y="2485813"/>
            <a:ext cx="3596640" cy="257386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8586" y="2783840"/>
            <a:ext cx="2871893" cy="230293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82133" y="3061546"/>
            <a:ext cx="2729653" cy="230293"/>
          </a:xfrm>
          <a:prstGeom prst="rect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88906" y="3325706"/>
            <a:ext cx="1896533" cy="22352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75360" y="3616960"/>
            <a:ext cx="2147146" cy="230293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8293" y="3996266"/>
            <a:ext cx="2716106" cy="230293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1840" y="4273973"/>
            <a:ext cx="2113280" cy="230293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54400" y="5940213"/>
            <a:ext cx="2296160" cy="426720"/>
          </a:xfrm>
          <a:prstGeom prst="rect">
            <a:avLst/>
          </a:prstGeom>
          <a:solidFill>
            <a:srgbClr val="0B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61173" y="6543040"/>
            <a:ext cx="1700106" cy="291253"/>
          </a:xfrm>
          <a:prstGeom prst="rect">
            <a:avLst/>
          </a:prstGeom>
          <a:solidFill>
            <a:srgbClr val="0E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18346" y="8608906"/>
            <a:ext cx="1259840" cy="196426"/>
          </a:xfrm>
          <a:prstGeom prst="rect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4106" y="1612053"/>
            <a:ext cx="3034453" cy="29802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700" b="0">
                <a:solidFill>
                  <a:srgbClr val="000000"/>
                </a:solidFill>
              </a:rPr>
              <a:t>3. Alis your leverage.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5706" y="2120053"/>
            <a:ext cx="1137920" cy="13546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000000"/>
                </a:solidFill>
              </a:rPr>
              <a:t>Smart devs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2773" y="2519680"/>
            <a:ext cx="3461173" cy="18965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700" b="0">
                <a:solidFill>
                  <a:srgbClr val="000000"/>
                </a:solidFill>
              </a:rPr>
              <a:t>ChatGPT / Claude for debugging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2773" y="2810933"/>
            <a:ext cx="2763520" cy="1761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GitHub Copilot for speed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9546" y="3088640"/>
            <a:ext cx="2634826" cy="1761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Perplexity for research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2773" y="3352800"/>
            <a:ext cx="1828800" cy="16933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0">
                <a:solidFill>
                  <a:srgbClr val="000000"/>
                </a:solidFill>
              </a:rPr>
              <a:t>Cursor / AI IDEs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6000" y="3644053"/>
            <a:ext cx="2065866" cy="1761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Automation scripts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5706" y="4023360"/>
            <a:ext cx="2621280" cy="1761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AI doesn’t replace you.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2480" y="4301066"/>
            <a:ext cx="2032000" cy="1761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It multiplies you.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95040" y="5994400"/>
            <a:ext cx="2214880" cy="31834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900" b="1">
                <a:solidFill>
                  <a:srgbClr val="030303"/>
                </a:solidFill>
              </a:rPr>
              <a:t>Claude Code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88266" y="6576906"/>
            <a:ext cx="1645920" cy="223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0">
                <a:solidFill>
                  <a:srgbClr val="020202"/>
                </a:solidFill>
              </a:rPr>
              <a:t>1S Insane.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666" y="8636000"/>
            <a:ext cx="1219200" cy="142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000000"/>
                </a:solidFill>
              </a:rPr>
              <a:t>alivmanish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920" y="81280"/>
            <a:ext cx="2573866" cy="1761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7D7D7D"/>
                </a:solidFill>
              </a:rPr>
              <a:t>ai-tips / DVXvbomk3OU / slide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0" cy="9144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41120" y="1232746"/>
            <a:ext cx="4626186" cy="39285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95306" y="1801706"/>
            <a:ext cx="1869439" cy="189653"/>
          </a:xfrm>
          <a:prstGeom prst="rect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95306" y="2384213"/>
            <a:ext cx="1984586" cy="189653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2080" y="2838026"/>
            <a:ext cx="1036320" cy="189653"/>
          </a:xfrm>
          <a:prstGeom prst="rect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59466" y="3169920"/>
            <a:ext cx="2011680" cy="230293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59466" y="3447626"/>
            <a:ext cx="2133600" cy="230293"/>
          </a:xfrm>
          <a:prstGeom prst="rect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66240" y="3725333"/>
            <a:ext cx="1429173" cy="189653"/>
          </a:xfrm>
          <a:prstGeom prst="rect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39146" y="3969173"/>
            <a:ext cx="3325706" cy="270933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652693" y="4280746"/>
            <a:ext cx="2262293" cy="189653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59840" y="4619413"/>
            <a:ext cx="4558453" cy="230293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8346" y="8608906"/>
            <a:ext cx="1259840" cy="196426"/>
          </a:xfrm>
          <a:prstGeom prst="rect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9173" y="1280160"/>
            <a:ext cx="4450080" cy="29802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700" b="0">
                <a:solidFill>
                  <a:srgbClr val="000000"/>
                </a:solidFill>
              </a:rPr>
              <a:t>4. what actually gets you hired.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29173" y="1828800"/>
            <a:ext cx="1801706" cy="13546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000000"/>
                </a:solidFill>
              </a:rPr>
              <a:t>Not certificates.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29173" y="2411306"/>
            <a:ext cx="1916853" cy="13546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000000"/>
                </a:solidFill>
              </a:rPr>
              <a:t>Not 20 tutorials.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22400" y="2865120"/>
            <a:ext cx="995679" cy="13546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000000"/>
                </a:solidFill>
              </a:rPr>
              <a:t>You need: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3333" y="3197013"/>
            <a:ext cx="1943946" cy="1761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$-5 real projects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00106" y="3474720"/>
            <a:ext cx="2052320" cy="1761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Live deployed apps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3333" y="3752426"/>
            <a:ext cx="1374986" cy="13546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000000"/>
                </a:solidFill>
              </a:rPr>
              <a:t>Clean GitHub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0106" y="4003040"/>
            <a:ext cx="3203786" cy="203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000000"/>
                </a:solidFill>
              </a:rPr>
              <a:t>Problem solving (DSA basics)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3333" y="4307840"/>
            <a:ext cx="2181013" cy="13546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000000"/>
                </a:solidFill>
              </a:rPr>
              <a:t>Clear communication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1120" y="4646506"/>
            <a:ext cx="4395893" cy="1761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0">
                <a:solidFill>
                  <a:srgbClr val="000000"/>
                </a:solidFill>
              </a:rPr>
              <a:t>Your portfolio speaks louder than your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666" y="8636000"/>
            <a:ext cx="1219200" cy="142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000000"/>
                </a:solidFill>
              </a:rPr>
              <a:t>alivmanish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920" y="81280"/>
            <a:ext cx="2573866" cy="1761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7D7D7D"/>
                </a:solidFill>
              </a:rPr>
              <a:t>ai-tips / DVXvbomk3OU / slide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0" cy="9144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025226" y="2499360"/>
            <a:ext cx="3251200" cy="392853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5333" y="3136053"/>
            <a:ext cx="4788746" cy="230293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8880" y="3657600"/>
            <a:ext cx="2113280" cy="230293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98880" y="3935306"/>
            <a:ext cx="1632373" cy="189653"/>
          </a:xfrm>
          <a:prstGeom prst="rect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05653" y="4213013"/>
            <a:ext cx="1625600" cy="230293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78560" y="4619413"/>
            <a:ext cx="2844800" cy="230293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12640" y="5825066"/>
            <a:ext cx="562186" cy="169333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8346" y="8608906"/>
            <a:ext cx="1259840" cy="196426"/>
          </a:xfrm>
          <a:prstGeom prst="rect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86186" y="2546773"/>
            <a:ext cx="3129280" cy="29802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700" b="0">
                <a:solidFill>
                  <a:srgbClr val="000000"/>
                </a:solidFill>
              </a:rPr>
              <a:t>5. the growth formula.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73386" y="3163146"/>
            <a:ext cx="4612640" cy="1761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0">
                <a:solidFill>
                  <a:srgbClr val="000000"/>
                </a:solidFill>
              </a:rPr>
              <a:t>Learn Build Ship Document Repeat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9520" y="3684693"/>
            <a:ext cx="2032000" cy="1761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Post your journey.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25973" y="3962399"/>
            <a:ext cx="1578186" cy="13546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000000"/>
                </a:solidFill>
              </a:rPr>
              <a:t>Write threads.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2746" y="4240106"/>
            <a:ext cx="1571413" cy="1761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Show progress.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2746" y="4646506"/>
            <a:ext cx="2736426" cy="1761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Attention opportunity.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2960" y="5852160"/>
            <a:ext cx="521546" cy="13546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181818"/>
                </a:solidFill>
              </a:rPr>
              <a:t>Fi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666" y="8636000"/>
            <a:ext cx="1219200" cy="142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000000"/>
                </a:solidFill>
              </a:rPr>
              <a:t>alivmanish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920" y="81280"/>
            <a:ext cx="2573866" cy="1761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7D7D7D"/>
                </a:solidFill>
              </a:rPr>
              <a:t>ai-tips / DVXvbomk3OU / slide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0" cy="9144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144693" y="1869439"/>
            <a:ext cx="2187786" cy="318346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65013" y="2519680"/>
            <a:ext cx="3921760" cy="230293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2106" y="2980266"/>
            <a:ext cx="2614506" cy="189653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44693" y="3522133"/>
            <a:ext cx="2343573" cy="189653"/>
          </a:xfrm>
          <a:prstGeom prst="rect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39146" y="3921760"/>
            <a:ext cx="941493" cy="189653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39146" y="4199466"/>
            <a:ext cx="1524000" cy="189653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18826" y="4477173"/>
            <a:ext cx="2140373" cy="230293"/>
          </a:xfrm>
          <a:prstGeom prst="rect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6746" y="8602133"/>
            <a:ext cx="6664960" cy="203200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5333" y="1910080"/>
            <a:ext cx="2106506" cy="23706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0">
                <a:solidFill>
                  <a:srgbClr val="000000"/>
                </a:solidFill>
              </a:rPr>
              <a:t>6. the mindset.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9520" y="2546773"/>
            <a:ext cx="3772746" cy="1761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0">
                <a:solidFill>
                  <a:srgbClr val="000000"/>
                </a:solidFill>
              </a:rPr>
              <a:t>Don’t try to be the smartest dev.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9520" y="3007360"/>
            <a:ext cx="2519680" cy="13546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000000"/>
                </a:solidFill>
              </a:rPr>
              <a:t>Be the most consistent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5333" y="3549226"/>
            <a:ext cx="2262293" cy="13546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000000"/>
                </a:solidFill>
              </a:rPr>
              <a:t>The rewards: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59466" y="3948853"/>
            <a:ext cx="900853" cy="13546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000000"/>
                </a:solidFill>
              </a:rPr>
              <a:t>builders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6240" y="4226560"/>
            <a:ext cx="1469813" cy="13546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000000"/>
                </a:solidFill>
              </a:rPr>
              <a:t>fast learners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59466" y="4504266"/>
            <a:ext cx="2059093" cy="1761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adaptable thinkers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666" y="8629226"/>
            <a:ext cx="6421120" cy="14901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0">
                <a:solidFill>
                  <a:srgbClr val="010101"/>
                </a:solidFill>
              </a:rPr>
              <a:t>alivmanish 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920" y="81280"/>
            <a:ext cx="2573866" cy="1761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7D7D7D"/>
                </a:solidFill>
              </a:rPr>
              <a:t>ai-tips / DVXvbomk3OU / slide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15200" cy="9144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20800" y="4341706"/>
            <a:ext cx="4639733" cy="230293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2773" y="4619413"/>
            <a:ext cx="5235786" cy="230293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020906" y="8575040"/>
            <a:ext cx="1259840" cy="196426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08853" y="4368800"/>
            <a:ext cx="4463626" cy="1761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0">
                <a:solidFill>
                  <a:srgbClr val="000000"/>
                </a:solidFill>
              </a:rPr>
              <a:t>you probably won’t this page again.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7600" y="4646506"/>
            <a:ext cx="5046133" cy="1761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0">
                <a:solidFill>
                  <a:srgbClr val="000000"/>
                </a:solidFill>
              </a:rPr>
              <a:t>follow make you better coder.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1226" y="8602133"/>
            <a:ext cx="1219200" cy="142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000000"/>
                </a:solidFill>
              </a:rPr>
              <a:t>a@livmanish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920" y="81280"/>
            <a:ext cx="2573866" cy="17610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7D7D7D"/>
                </a:solidFill>
              </a:rPr>
              <a:t>ai-tips / DVXvbomk3OU / slide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6400" y="508000"/>
            <a:ext cx="6231466" cy="35221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0">
                <a:solidFill>
                  <a:srgbClr val="0F0F0F"/>
                </a:solidFill>
              </a:rPr>
              <a:t>ai-tips / DVXvbomk3OU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6400" y="1083733"/>
            <a:ext cx="6231466" cy="18965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>
                <a:solidFill>
                  <a:srgbClr val="505050"/>
                </a:solidFill>
              </a:rPr>
              <a:t>Source URL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6400" y="1341120"/>
            <a:ext cx="6231466" cy="284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0">
                <a:solidFill>
                  <a:srgbClr val="1E46A0"/>
                </a:solidFill>
              </a:rPr>
              <a:t>https://www.instagram.com/p/DVXvbomk3OU/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400" y="1998133"/>
            <a:ext cx="6231466" cy="18965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>
                <a:solidFill>
                  <a:srgbClr val="505050"/>
                </a:solidFill>
              </a:rPr>
              <a:t>Caption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400" y="2269066"/>
            <a:ext cx="6231466" cy="514773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1E1E1E"/>
                </a:solidFill>
              </a:rPr>
              <a:t>The coding era has changed.
It’s no longer about memorizing syntax or finishing courses.
It’s about:
– building real systems
– using AI as leverage
– shipping fast
– showing proof of work
The developers who adapt will dominate the next 5 years.
The rest will stay stuck in tutorial hell.
If you’re serious about becoming a real builder, stay here.
#ai #tech #coding #programming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6400" y="7721600"/>
            <a:ext cx="6231466" cy="18965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505050"/>
                </a:solidFill>
              </a:rPr>
              <a:t>Componentization note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400" y="7978986"/>
            <a:ext cx="6231466" cy="528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323232"/>
                </a:solidFill>
              </a:rPr>
              <a:t>Images are separate page objects. OCR-detected text has been covered and recreated as editable text boxes.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