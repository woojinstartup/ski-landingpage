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7315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6666" y="5479626"/>
            <a:ext cx="5601546" cy="785706"/>
          </a:xfrm>
          <a:prstGeom prst="rect">
            <a:avLst/>
          </a:prstGeom>
          <a:solidFill>
            <a:srgbClr val="0303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7653" y="6170506"/>
            <a:ext cx="5906346" cy="792480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81013" y="6881706"/>
            <a:ext cx="2919306" cy="629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96906" y="7613226"/>
            <a:ext cx="4328160" cy="41317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506" y="8114453"/>
            <a:ext cx="7200053" cy="118533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8266" y="5581226"/>
            <a:ext cx="5398346" cy="5825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5300" b="1">
                <a:solidFill>
                  <a:srgbClr val="000000"/>
                </a:solidFill>
              </a:rPr>
              <a:t>Your Startup Idea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026" y="6272106"/>
            <a:ext cx="5689600" cy="589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5300" b="1">
                <a:solidFill>
                  <a:srgbClr val="000000"/>
                </a:solidFill>
              </a:rPr>
              <a:t>Worthless...Until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5200" y="6962986"/>
            <a:ext cx="2810933" cy="4673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200" b="1">
                <a:solidFill>
                  <a:srgbClr val="000000"/>
                </a:solidFill>
              </a:rPr>
              <a:t>validate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8186" y="7667413"/>
            <a:ext cx="4165600" cy="30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700" b="0">
                <a:solidFill>
                  <a:srgbClr val="000000"/>
                </a:solidFill>
              </a:rPr>
              <a:t>Learn the validation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9973" y="8270240"/>
            <a:ext cx="6929120" cy="873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5800" b="1">
                <a:solidFill>
                  <a:srgbClr val="000000"/>
                </a:solidFill>
              </a:rPr>
              <a:t>oo &gt;)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tech-news / DYwzdqSEm4R / slide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36320" y="1381760"/>
            <a:ext cx="5249333" cy="690880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000" y="3000586"/>
            <a:ext cx="2079413" cy="41317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7653" y="3393440"/>
            <a:ext cx="3738879" cy="41317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3786" y="3793066"/>
            <a:ext cx="5554133" cy="41994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0240" y="4192693"/>
            <a:ext cx="6075680" cy="41994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613" y="5994400"/>
            <a:ext cx="5791200" cy="46735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12533" y="6468533"/>
            <a:ext cx="1476586" cy="43349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093" y="8046720"/>
            <a:ext cx="7078133" cy="12598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1146" y="1469813"/>
            <a:ext cx="5059680" cy="5147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4700" b="1">
                <a:solidFill>
                  <a:srgbClr val="000000"/>
                </a:solidFill>
              </a:rPr>
              <a:t>Find 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866" y="3054773"/>
            <a:ext cx="2011680" cy="30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0">
                <a:solidFill>
                  <a:srgbClr val="000000"/>
                </a:solidFill>
              </a:rPr>
              <a:t>Ask yourself: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386" y="3447626"/>
            <a:ext cx="3603413" cy="30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700" b="0">
                <a:solidFill>
                  <a:srgbClr val="000000"/>
                </a:solidFill>
              </a:rPr>
              <a:t>Is this a real pain point?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386" y="3847253"/>
            <a:ext cx="5350933" cy="3115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>
                <a:solidFill>
                  <a:srgbClr val="000000"/>
                </a:solidFill>
              </a:rPr>
              <a:t>Do people complain about it often?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86" y="4246880"/>
            <a:ext cx="5845386" cy="3115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>
                <a:solidFill>
                  <a:srgbClr val="000000"/>
                </a:solidFill>
              </a:rPr>
              <a:t>Is someone already paying to solve 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986" y="6055360"/>
            <a:ext cx="5574453" cy="345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100" b="1">
                <a:solidFill>
                  <a:srgbClr val="000000"/>
                </a:solidFill>
              </a:rPr>
              <a:t>Start with the problem not the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9626" y="6522720"/>
            <a:ext cx="1422400" cy="325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000000"/>
                </a:solidFill>
              </a:rPr>
              <a:t>product.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560" y="8209280"/>
            <a:ext cx="6807200" cy="934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5800" b="1">
                <a:solidFill>
                  <a:srgbClr val="000000"/>
                </a:solidFill>
              </a:rPr>
              <a:t>90 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tech-news / DYwzdqSEm4R / slide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60213" y="1381760"/>
            <a:ext cx="5581226" cy="690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499360"/>
            <a:ext cx="5845386" cy="325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4773" y="3616960"/>
            <a:ext cx="1429173" cy="386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1840" y="4097866"/>
            <a:ext cx="4023360" cy="41317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80" y="4592320"/>
            <a:ext cx="3610186" cy="51477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4773" y="5120640"/>
            <a:ext cx="2147146" cy="386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2240" y="8073813"/>
            <a:ext cx="724746" cy="1232746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1813" y="1469813"/>
            <a:ext cx="5378026" cy="5147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4700" b="1">
                <a:solidFill>
                  <a:srgbClr val="000000"/>
                </a:solidFill>
              </a:rPr>
              <a:t>Talk to Real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893" y="2540000"/>
            <a:ext cx="5628640" cy="243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Validation doesn’t happen in your friend circle.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866" y="3664373"/>
            <a:ext cx="1374986" cy="2912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0">
                <a:solidFill>
                  <a:srgbClr val="000000"/>
                </a:solidFill>
              </a:rPr>
              <a:t>Talk to: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346" y="4152053"/>
            <a:ext cx="3874346" cy="30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700" b="0">
                <a:solidFill>
                  <a:srgbClr val="000000"/>
                </a:solidFill>
              </a:rPr>
              <a:t>Potential 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413" y="4660053"/>
            <a:ext cx="3474720" cy="3793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400" b="1">
                <a:solidFill>
                  <a:srgbClr val="000000"/>
                </a:solidFill>
              </a:rPr>
              <a:t>e Industry experts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413" y="5168053"/>
            <a:ext cx="2065866" cy="2912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0">
                <a:solidFill>
                  <a:srgbClr val="000000"/>
                </a:solidFill>
              </a:rPr>
              <a:t>e Founders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560" y="8236373"/>
            <a:ext cx="684106" cy="9076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800" b="1">
                <a:solidFill>
                  <a:srgbClr val="000000"/>
                </a:solidFill>
              </a:rPr>
              <a:t>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tech-news / DYwzdqSEm4R / slide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7680" y="1347893"/>
            <a:ext cx="6312746" cy="88053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1546" y="3027680"/>
            <a:ext cx="1442720" cy="39285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1226" y="3495040"/>
            <a:ext cx="2959946" cy="528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546" y="4009813"/>
            <a:ext cx="1781386" cy="41994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8000" y="4504266"/>
            <a:ext cx="2499360" cy="46735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680" y="4998720"/>
            <a:ext cx="3711786" cy="52154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4746" y="6319520"/>
            <a:ext cx="5879253" cy="46058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14880" y="6753013"/>
            <a:ext cx="2892213" cy="46058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093" y="8033173"/>
            <a:ext cx="7078133" cy="12801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2826" y="1463040"/>
            <a:ext cx="6082453" cy="65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5800" b="1">
                <a:solidFill>
                  <a:srgbClr val="000000"/>
                </a:solidFill>
              </a:rPr>
              <a:t>Test Before Building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75093"/>
            <a:ext cx="1388533" cy="2980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0">
                <a:solidFill>
                  <a:srgbClr val="000000"/>
                </a:solidFill>
              </a:rPr>
              <a:t>Create: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413" y="3562773"/>
            <a:ext cx="2851573" cy="3928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500" b="1">
                <a:solidFill>
                  <a:srgbClr val="000000"/>
                </a:solidFill>
              </a:rPr>
              <a:t>e Landing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413" y="4064000"/>
            <a:ext cx="1713653" cy="3115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000000"/>
                </a:solidFill>
              </a:rPr>
              <a:t>e Waitlist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413" y="4565226"/>
            <a:ext cx="2404533" cy="345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100" b="1">
                <a:solidFill>
                  <a:srgbClr val="000000"/>
                </a:solidFill>
              </a:rPr>
              <a:t>e MVP/demo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413" y="5066453"/>
            <a:ext cx="3576320" cy="38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500" b="1">
                <a:solidFill>
                  <a:srgbClr val="000000"/>
                </a:solidFill>
              </a:rPr>
              <a:t>¢ Simple 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120" y="6380480"/>
            <a:ext cx="5662506" cy="3386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100" b="1">
                <a:solidFill>
                  <a:srgbClr val="000000"/>
                </a:solidFill>
              </a:rPr>
              <a:t>Measure interest before spending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9066" y="6813973"/>
            <a:ext cx="2783840" cy="3386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100" b="1">
                <a:solidFill>
                  <a:srgbClr val="000000"/>
                </a:solidFill>
              </a:rPr>
              <a:t>months building.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560" y="8202506"/>
            <a:ext cx="6807200" cy="94149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5800" b="1">
                <a:solidFill>
                  <a:srgbClr val="000000"/>
                </a:solidFill>
              </a:rPr>
              <a:t>90 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tech-news / DYwzdqSEm4R / slide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3120" y="1381760"/>
            <a:ext cx="5635413" cy="690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0906" y="3007360"/>
            <a:ext cx="3278293" cy="386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000" y="3488266"/>
            <a:ext cx="2553546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773" y="3935306"/>
            <a:ext cx="2262293" cy="46735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3813" y="4382346"/>
            <a:ext cx="5405120" cy="47413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7359" y="4842933"/>
            <a:ext cx="4578773" cy="48090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1813" y="6333066"/>
            <a:ext cx="5398346" cy="35898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46400" y="6793653"/>
            <a:ext cx="1354666" cy="41317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9333" y="8087360"/>
            <a:ext cx="765386" cy="121242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493" y="1469813"/>
            <a:ext cx="5418666" cy="5147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4700" b="1">
                <a:solidFill>
                  <a:srgbClr val="000000"/>
                </a:solidFill>
              </a:rPr>
              <a:t>Validate with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866" y="3054773"/>
            <a:ext cx="3156373" cy="2912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0">
                <a:solidFill>
                  <a:srgbClr val="000000"/>
                </a:solidFill>
              </a:rPr>
              <a:t>Validation means: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413" y="3535680"/>
            <a:ext cx="2458720" cy="2709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0">
                <a:solidFill>
                  <a:srgbClr val="000000"/>
                </a:solidFill>
              </a:rPr>
              <a:t>e Users 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413" y="3996266"/>
            <a:ext cx="2181013" cy="345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100" b="1">
                <a:solidFill>
                  <a:srgbClr val="000000"/>
                </a:solidFill>
              </a:rPr>
              <a:t>e People pay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413" y="4443306"/>
            <a:ext cx="5201920" cy="35221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0000"/>
                </a:solidFill>
              </a:rPr>
              <a:t>e Feedback improves 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413" y="4903893"/>
            <a:ext cx="4402666" cy="35898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0000"/>
                </a:solidFill>
              </a:rPr>
              <a:t>e Demand keeps growing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413" y="6380480"/>
            <a:ext cx="5195146" cy="264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400" b="0">
                <a:solidFill>
                  <a:srgbClr val="000000"/>
                </a:solidFill>
              </a:rPr>
              <a:t>That’s when an idea becomes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6720" y="6847840"/>
            <a:ext cx="1314026" cy="30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0">
                <a:solidFill>
                  <a:srgbClr val="000000"/>
                </a:solidFill>
              </a:rPr>
              <a:t>startup.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653" y="8243146"/>
            <a:ext cx="724746" cy="9008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800" b="1">
                <a:solidFill>
                  <a:srgbClr val="000000"/>
                </a:solidFill>
              </a:rPr>
              <a:t>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tech-news / DYwzdqSEm4R / slide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42346" y="1388533"/>
            <a:ext cx="3610186" cy="833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0506" y="2445173"/>
            <a:ext cx="5127413" cy="426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9200" y="3975946"/>
            <a:ext cx="4870026" cy="690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47893" y="4693920"/>
            <a:ext cx="4626186" cy="53509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24480" y="5364480"/>
            <a:ext cx="1673013" cy="690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0080" y="1496906"/>
            <a:ext cx="3474720" cy="6163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5600" b="1">
                <a:solidFill>
                  <a:srgbClr val="000000"/>
                </a:solidFill>
              </a:rPr>
              <a:t>VenturLoop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5333" y="2499360"/>
            <a:ext cx="4937760" cy="31834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900" b="1">
                <a:solidFill>
                  <a:srgbClr val="000000"/>
                </a:solidFill>
              </a:rPr>
              <a:t>A new update is coming soon...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253" y="4064000"/>
            <a:ext cx="4693920" cy="5147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4700" b="1">
                <a:solidFill>
                  <a:srgbClr val="000000"/>
                </a:solidFill>
              </a:rPr>
              <a:t>Help Your Startup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946" y="4761653"/>
            <a:ext cx="4450080" cy="3996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600" b="1">
                <a:solidFill>
                  <a:srgbClr val="000000"/>
                </a:solidFill>
              </a:rPr>
              <a:t>Become Investor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1573" y="5452533"/>
            <a:ext cx="1618826" cy="5147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700" b="1">
                <a:solidFill>
                  <a:srgbClr val="000000"/>
                </a:solidFill>
              </a:rPr>
              <a:t>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tech-news / DYwzdqSEm4R / slide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733" y="176106"/>
            <a:ext cx="7064586" cy="643466"/>
          </a:xfrm>
          <a:prstGeom prst="rect">
            <a:avLst/>
          </a:prstGeom>
          <a:solidFill>
            <a:srgbClr val="06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34346" y="1415626"/>
            <a:ext cx="4653280" cy="47413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3440" y="1930400"/>
            <a:ext cx="5608320" cy="37930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09706" y="2377440"/>
            <a:ext cx="4741333" cy="636693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81013" y="3745653"/>
            <a:ext cx="392853" cy="230293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38773" y="4199466"/>
            <a:ext cx="230293" cy="237066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84586" y="5086773"/>
            <a:ext cx="1950720" cy="487680"/>
          </a:xfrm>
          <a:prstGeom prst="rect">
            <a:avLst/>
          </a:prstGeom>
          <a:solidFill>
            <a:srgbClr val="F3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48000" y="5262880"/>
            <a:ext cx="1598506" cy="623146"/>
          </a:xfrm>
          <a:prstGeom prst="rect">
            <a:avLst/>
          </a:prstGeom>
          <a:solidFill>
            <a:srgbClr val="F3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3200" y="257386"/>
            <a:ext cx="6793653" cy="4809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4400" b="1">
                <a:solidFill>
                  <a:srgbClr val="000000"/>
                </a:solidFill>
              </a:rPr>
              <a:t>VenturLoop 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2400" y="1476586"/>
            <a:ext cx="4477173" cy="35221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0000"/>
                </a:solidFill>
              </a:rPr>
              <a:t>Making Entrepreneurship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040" y="1977813"/>
            <a:ext cx="5405120" cy="28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0">
                <a:solidFill>
                  <a:srgbClr val="000000"/>
                </a:solidFill>
              </a:rPr>
              <a:t>Accessible Where Founders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7760" y="2458720"/>
            <a:ext cx="4565226" cy="4741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4300" b="1">
                <a:solidFill>
                  <a:srgbClr val="000000"/>
                </a:solidFill>
              </a:rPr>
              <a:t>Actually Build. on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01333" y="3772746"/>
            <a:ext cx="352213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6:48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9093" y="4226560"/>
            <a:ext cx="18965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3D3E3D"/>
                </a:solidFill>
              </a:rPr>
              <a:t>&lt;€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8453" y="5147733"/>
            <a:ext cx="188298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300" b="1">
                <a:solidFill>
                  <a:srgbClr val="0F1010"/>
                </a:solidFill>
              </a:rPr>
              <a:t>GO Venty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5093" y="5344160"/>
            <a:ext cx="1544320" cy="46058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200" b="1">
                <a:solidFill>
                  <a:srgbClr val="191919"/>
                </a:solidFill>
              </a:rPr>
              <a:t>Venturto loop4	1	1	1	9	0	445	846	159	51	-1	5	1	1	1	9	1	445	852	15	17	96.849251	In5	1	1	1	9	2	468	856	40	30	86.083649	‘app5	1	1	1	9	3	514	846	90	51	3.369064	ines4	1	1	1	10	0	349	913	342	127	-1	5	1	1	1	10	1	349	913	101	47	64.258873	Yninstay5	1	1	1	10	2	569	926	122	114	58.443253	iE4	1	1	1	11	0	213	1094	126	28	-1	5	1	1	1	11	1	213	1094	67	28	91.880074	Conne5	1	1	1	11	2	337	1118	2	2	0.000000	;4	1	1	1	12	0	204	1111	258	52	-1	5	1	1	1	12	1	204	1125	42	34	90.893463	Pro,5	1	1	1	12	2	246	1111	61	50	18.608303	oe5	1	1	1	12	3	316	1120	44	21	0.000000	a5	1	1	1	12	4	370	1127	92	36	58.621513	Co-foun,4	1	1	1	13	0	240	1143	569	67	-1	5	1	1	1	13	1	240	1143	55	22	13.642664	WScts5	1	1	1	13	2	307	1161	9	2	44.071236	~5	1	1	1	13	3	332	1158	28	20	19.463806	ay5	1	1	1	13	4	394	1171	45	25	96.723152	One5	1	1	1	13	5	446	1148	70	62	47.911400	‘on5	1	1	1	13	6	527	1161	100	37	88.682831	Investors5	1	1	1	13	7	636	1184	45	26	4.998989	-5	1	1	1	13	8	787	1144	22	22	96.523781	&gt;4	1	1	1	14	0	492	1199	250	27	-1	5	1	1	1	14	1	492	1206	2	2	55.462681	!5	1	1	1	14	2	682	1199	60	27	0.000000	4rtup4	1	1	1	15	0	210	1249	70	31	-1	5	1	1	1	15	1	210	1249	70	31	20.269379	Socia/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tech-news / DYwzdqSEm4R / slide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508000"/>
            <a:ext cx="6231466" cy="35221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0">
                <a:solidFill>
                  <a:srgbClr val="0F0F0F"/>
                </a:solidFill>
              </a:rPr>
              <a:t>tech-news / DYwzdqSEm4R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1083733"/>
            <a:ext cx="6231466" cy="1896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05050"/>
                </a:solidFill>
              </a:rPr>
              <a:t>Source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400" y="1341120"/>
            <a:ext cx="6231466" cy="28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1E46A0"/>
                </a:solidFill>
              </a:rPr>
              <a:t>https://www.instagram.com/p/DYwzdqSEm4R/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998133"/>
            <a:ext cx="6231466" cy="1896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05050"/>
                </a:solidFill>
              </a:rPr>
              <a:t>Caption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2269066"/>
            <a:ext cx="6231466" cy="51477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New update coming soon on VenturLoop.
We’re building something to help founders turn their ideas into investor-ready startups.
From startup clarity and mentorship to better guidance and real founder connections — this update is focused on helping you build smarter from day one.
No complicated jargon.
Just practical help for people who actually want to build.
 VenturLoop — Making entrepreneurship accessible.
Platform -@we.venturloop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400" y="7721600"/>
            <a:ext cx="6231466" cy="1896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505050"/>
                </a:solidFill>
              </a:rPr>
              <a:t>Componentization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400" y="7978986"/>
            <a:ext cx="6231466" cy="528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Images are separate page objects. OCR-detected text has been covered and recreated as editable text boxes.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